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9" r:id="rId2"/>
    <p:sldId id="259" r:id="rId3"/>
    <p:sldId id="280" r:id="rId4"/>
    <p:sldId id="281" r:id="rId5"/>
    <p:sldId id="264" r:id="rId6"/>
    <p:sldId id="298" r:id="rId7"/>
    <p:sldId id="262" r:id="rId8"/>
    <p:sldId id="263" r:id="rId9"/>
    <p:sldId id="267" r:id="rId10"/>
    <p:sldId id="272" r:id="rId11"/>
    <p:sldId id="273" r:id="rId12"/>
    <p:sldId id="275" r:id="rId13"/>
    <p:sldId id="284" r:id="rId14"/>
    <p:sldId id="300" r:id="rId15"/>
    <p:sldId id="299" r:id="rId16"/>
    <p:sldId id="285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373A"/>
    <a:srgbClr val="162C2F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1600" autoAdjust="0"/>
  </p:normalViewPr>
  <p:slideViewPr>
    <p:cSldViewPr snapToGrid="0">
      <p:cViewPr varScale="1">
        <p:scale>
          <a:sx n="60" d="100"/>
          <a:sy n="60" d="100"/>
        </p:scale>
        <p:origin x="6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29052-B840-4985-AB3B-9F88C78966C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10068-F0A4-485B-B8F1-B8A5B10D35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1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A18B-6967-1A03-9022-0EE9EBC8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DA3DFB-944F-6E08-8595-29CBE89D9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909F64-3833-DF20-AC1C-A8CC40D74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E096FF-37F3-4215-16DA-DCADF1839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13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226C5-68F5-C806-EFC1-C94FBE4C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4ED6AE-02A8-CD26-C3F9-9679EE3BD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F7F1F4-5609-35F8-4620-7E257DB1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DE73DB-0DE1-7FF1-BD7C-202F959FC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5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6BD6-7670-0A18-B731-5EE58244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524943-294A-2445-1EF8-2AEE755F8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C088BF-0CDE-B685-6ADF-E91DDE0DA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50FC49-ECC4-4968-F497-5D453A080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82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57CF-61FE-9BFE-6500-837E2E95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8C31324-630A-FC44-D7AB-D26517E77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7D242EF-E88D-E56A-94AD-2F198E9DE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DD69A-ED5F-2FDC-4E3D-86C677D46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97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CCB6-E70A-F746-8A9B-C3C2D937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D9F414-215F-B319-E691-DD0E8744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593B0A-592E-B2A9-D834-D1E3D08A7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CE7684-C6BC-04AF-56A3-759A8A72A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24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CFEEA-86E7-9057-3688-3146EB21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A53B04B-223E-4126-DBE7-2B56ACCCC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D78074-A2FF-104E-FC6E-7C207C3C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7170B-E4A8-F8C2-8CAF-567D31B13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63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D2D6-4DAA-4E83-69E0-156F808F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1ABCE7D-650F-9203-3041-052976483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3C4958-572A-AC66-2A25-F458E2460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B90F09-CB0A-5D54-AEC5-816BE669B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16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94F7-19B6-F75A-F9A8-DBECD29B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9F4F1C-E469-FEA2-65D5-1FEACCFCA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671325-D838-1E9C-2E9D-F1D777DF6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B07E7E-FFB3-6D8C-3830-5E275E7AE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62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C135-51C4-1765-C928-2DDE237A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AF2B56-80EC-3A9C-E490-AF3A5F063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9E2F15-F4DE-19B6-71FA-D2C7591B9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10E9B7-3010-A8DD-37B6-D7B726809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3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6B2B6-7838-AFFA-CC0D-39F4285C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D7586E-AAB2-A0D0-54E1-01FEF6284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D4F6AF-0894-88E6-BF74-BBCD44DD3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29E498-76C0-6A63-9C2A-021574822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7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1247-3470-9FCC-D3FF-AEBB85A9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EFB8655-51B9-7C99-FA4B-8FC197E21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6A5D5C-E5D8-1CBB-3818-22C719B5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37C125-8FB0-BC87-1A4A-A874BDEA1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30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B840-A783-72D5-82B9-ADE95784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22EA52-9F1A-6240-E1A0-DD6477B7B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DB95655-443A-76EF-9A3C-BAEFFA636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FCB4E0-31DC-9F10-4DBF-A3F290AC4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58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075C-CB26-DD76-FA82-97FB6B51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033E12-A633-BCDA-0D3B-92D10F2AA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B8D7B1-D325-8A5B-6AE9-4854D9C89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316557-E3BA-85E0-0EBB-27BE5DC04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90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F91B-896E-AC8B-2BFE-21F6A198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C7ECC4-C5B0-0BFF-8AF7-A60281DF0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E0A8E8-2A4A-E10F-822F-236FEE920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018F82-BC19-8E41-1746-588C8EF2F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66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E752-9DDE-6F85-9551-A45F84EE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399130-80A8-84A7-FAEA-883BD5766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E87E76-28AE-2ADA-A781-E9517F979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D02A39-FFA8-31B2-0CBC-93A3CF387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10068-F0A4-485B-B8F1-B8A5B10D35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7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034A4-6E27-60CB-D087-981AF7F0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6B73EB-D0D6-EF3E-53F0-9190A3E09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0186E-B2F8-C43F-1493-8C006482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4F92EA-9FFB-C775-536C-8F7C0A21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B79FCE-253B-D7DF-B6EF-12238D6A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7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D029F-FEB5-01E9-F880-174B019C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50777-B39E-728F-90C9-9648C79E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8CE24F-2BE7-4B20-41A3-BA7A4318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37DD7-D7FA-BD49-4736-5A2F82B5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2CE82-5F86-1E9E-EA59-62D4FF80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9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423F5-6170-8C9F-AEF5-B9AB55D4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8AF33-EA44-4849-C9DF-0508C39D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5EA7A8-5EE7-D17F-6507-759BC85C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23CB8E-F1DE-46C8-6B0A-F71C25F6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FE768C-E852-8A0B-A552-22353613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2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B9CB4-A7EE-EEFD-9351-061E5C95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866868-AD99-8C14-374B-E95C71C45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8B2024-13A9-2E08-882C-B50E7FE1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6915F7-19B8-53D5-9CB3-532B86BE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2089C1-107A-D186-9A5E-13F85A55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5A9D2E-5EC3-255F-836C-ADEB94C4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1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F7173-1F1E-22B4-CEF5-F7939983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05C9C7-14A7-DF74-CCB0-BD3D5956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61DC13-DFDB-F0E7-DCB5-65DF4D0BF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3CC521-8312-9BA7-B851-66A5F8C3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E840D49-080C-10AA-430B-BCDEB42E8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CC3BCF-B2E5-57A3-2A52-FA0F7092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E78521-4050-7E8D-FD24-4DE98563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29E036-4BED-A254-93C8-11D61296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CB29D-D13F-B345-693F-36BE5096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324B4B-1D2A-4E7A-4806-38832CF5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208661-8265-C0D9-F0E8-64FEE192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4DE1EC-99B4-6B42-CD97-B4BE837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DC32A6-C52B-CABD-E74E-0E3118FD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0F96FD-3487-F8BD-BE55-D41DDAF1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F5BAD5-8AF6-BF25-41A1-506379DA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1FD0B-0BD5-CCB8-7D7F-1985AFBE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2EA042-E768-39B1-57DC-84685106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3827D3-4A05-BCCB-D327-BF634EE1E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B2E85A-36E6-035C-FE61-15DDC3AA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6DB200-C3B0-9717-01B5-3241DDA0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EFDF9D-0510-B97E-F91F-B75C103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B626A-C136-C14B-229E-2F70EE43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349224-74C1-1578-B11E-939F1FDD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57C819-2DA9-F0F7-D36F-22B49FF8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F5AEE-0A3A-51F8-C298-D47E1051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8BACA5-EB9A-7320-F1E6-83896B2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D5DC04-80A7-4A06-639D-EDA97D4B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8887A-C3A8-BB91-7DC8-8D3171C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2E8181-5E81-DCFB-D9E7-56A9D1A3E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EA16AA-A523-B128-6D32-16572F05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A900E5-AC10-30CE-E0C8-2ED7D077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9C0526-6F90-501E-A450-05BD93DA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2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2851F5-F20E-B662-8F8B-0880FDD90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7D914C-647D-6C17-572D-1800BAB85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1482B6-2E94-9B03-8449-7ABB1407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38A71-A4F8-7091-BAF6-321F7C91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D0E68-27BF-BB36-1446-BE0D358D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4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2F9FBC-E9B1-639B-5E4E-29CDC40D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308F2-D6BB-0E95-1F0B-76888FAD9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AB86C8-3A12-1834-6958-824585DF8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3787B-4AC7-4BE7-A452-0AA0046D280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C8EAB-624E-AE72-D766-766EB8D7C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119BD9-C605-10F2-A63B-1A68415EE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5375F-8D63-4BEF-8555-38BEED9FFD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3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F449-68B3-0757-4715-A92A9DB3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4CD7176-8CBB-6FF2-FCA6-4410CDC6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5B01DBA-DE3F-C970-D822-978CFA70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38" y="551353"/>
            <a:ext cx="648692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regressing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gender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B473DF8B-C707-7D2C-9A7A-D6B1536D0A12}"/>
              </a:ext>
            </a:extLst>
          </p:cNvPr>
          <p:cNvSpPr txBox="1">
            <a:spLocks/>
          </p:cNvSpPr>
          <p:nvPr/>
        </p:nvSpPr>
        <p:spPr>
          <a:xfrm>
            <a:off x="2174859" y="1889435"/>
            <a:ext cx="1336288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F42A4F26-0D13-FCE0-B8CC-1A611CC48AAD}"/>
              </a:ext>
            </a:extLst>
          </p:cNvPr>
          <p:cNvSpPr txBox="1">
            <a:spLocks/>
          </p:cNvSpPr>
          <p:nvPr/>
        </p:nvSpPr>
        <p:spPr>
          <a:xfrm>
            <a:off x="20981" y="1889435"/>
            <a:ext cx="1165118" cy="53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CAFD2D46-2629-847B-58E4-96B980D029A2}"/>
              </a:ext>
            </a:extLst>
          </p:cNvPr>
          <p:cNvSpPr txBox="1">
            <a:spLocks/>
          </p:cNvSpPr>
          <p:nvPr/>
        </p:nvSpPr>
        <p:spPr>
          <a:xfrm>
            <a:off x="4752669" y="1832553"/>
            <a:ext cx="1831588" cy="533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Years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Education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Inhaltsplatzhalter 2">
            <a:extLst>
              <a:ext uri="{FF2B5EF4-FFF2-40B4-BE49-F238E27FC236}">
                <a16:creationId xmlns:a16="http://schemas.microsoft.com/office/drawing/2014/main" id="{B4BA223A-E012-7C47-EE29-4ABEDF3717DB}"/>
              </a:ext>
            </a:extLst>
          </p:cNvPr>
          <p:cNvSpPr txBox="1">
            <a:spLocks/>
          </p:cNvSpPr>
          <p:nvPr/>
        </p:nvSpPr>
        <p:spPr>
          <a:xfrm>
            <a:off x="3436352" y="1889436"/>
            <a:ext cx="1462000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27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4312A-F6E2-30F0-6684-E8D4411D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13DBA4C8-3E86-D380-FC34-462F83F1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DFF12A82-4E05-C643-E43E-C496F7AFF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38" y="551353"/>
            <a:ext cx="7555524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regressing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gender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from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first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pick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values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all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covariates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need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define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scenarios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1E65B3B3-B63D-194B-81C8-6C88675708EA}"/>
              </a:ext>
            </a:extLst>
          </p:cNvPr>
          <p:cNvSpPr txBox="1">
            <a:spLocks/>
          </p:cNvSpPr>
          <p:nvPr/>
        </p:nvSpPr>
        <p:spPr>
          <a:xfrm>
            <a:off x="2174859" y="1889435"/>
            <a:ext cx="1336288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5D9E999-E84A-D7F3-E83B-EA62E8B88B65}"/>
              </a:ext>
            </a:extLst>
          </p:cNvPr>
          <p:cNvSpPr txBox="1">
            <a:spLocks/>
          </p:cNvSpPr>
          <p:nvPr/>
        </p:nvSpPr>
        <p:spPr>
          <a:xfrm>
            <a:off x="4752669" y="1832553"/>
            <a:ext cx="1831588" cy="533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Years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Education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831834C-4D9B-B85D-E382-55B31A73FF35}"/>
              </a:ext>
            </a:extLst>
          </p:cNvPr>
          <p:cNvSpPr txBox="1">
            <a:spLocks/>
          </p:cNvSpPr>
          <p:nvPr/>
        </p:nvSpPr>
        <p:spPr>
          <a:xfrm>
            <a:off x="3436352" y="1889436"/>
            <a:ext cx="1462000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7F1570F-8935-D6D8-FE7D-DDCBBBE5AC03}"/>
              </a:ext>
            </a:extLst>
          </p:cNvPr>
          <p:cNvSpPr txBox="1">
            <a:spLocks/>
          </p:cNvSpPr>
          <p:nvPr/>
        </p:nvSpPr>
        <p:spPr>
          <a:xfrm>
            <a:off x="20981" y="1889435"/>
            <a:ext cx="1165118" cy="53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56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D2584-742D-C80F-C94A-6B9A5C19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6917942-392A-DDDE-F170-6B1EA96B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5E441BA-1DEE-3F27-8A60-E78233707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37" y="551353"/>
            <a:ext cx="6752101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regressing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gender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from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first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pick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values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all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covariates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need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define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scenarios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765F14E2-FB69-DAA3-838E-D09789B540A4}"/>
              </a:ext>
            </a:extLst>
          </p:cNvPr>
          <p:cNvSpPr txBox="1">
            <a:spLocks/>
          </p:cNvSpPr>
          <p:nvPr/>
        </p:nvSpPr>
        <p:spPr>
          <a:xfrm>
            <a:off x="2174859" y="1889435"/>
            <a:ext cx="1336288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CCEC855-903A-57F5-0FEC-9C5F15E83FC9}"/>
              </a:ext>
            </a:extLst>
          </p:cNvPr>
          <p:cNvSpPr txBox="1">
            <a:spLocks/>
          </p:cNvSpPr>
          <p:nvPr/>
        </p:nvSpPr>
        <p:spPr>
          <a:xfrm>
            <a:off x="4752669" y="1832553"/>
            <a:ext cx="1831588" cy="533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Years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Education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298A28A-EC0A-F4AD-FCE3-6B435F101CE0}"/>
              </a:ext>
            </a:extLst>
          </p:cNvPr>
          <p:cNvSpPr txBox="1">
            <a:spLocks/>
          </p:cNvSpPr>
          <p:nvPr/>
        </p:nvSpPr>
        <p:spPr>
          <a:xfrm>
            <a:off x="3436352" y="1889436"/>
            <a:ext cx="1462000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50765C3-8CA3-A9D2-0A08-5524ACF3341E}"/>
              </a:ext>
            </a:extLst>
          </p:cNvPr>
          <p:cNvCxnSpPr>
            <a:cxnSpLocks/>
          </p:cNvCxnSpPr>
          <p:nvPr/>
        </p:nvCxnSpPr>
        <p:spPr>
          <a:xfrm flipV="1">
            <a:off x="8638373" y="259430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7FE611D-EE37-4BAF-7AD3-E9EE63B8AA99}"/>
              </a:ext>
            </a:extLst>
          </p:cNvPr>
          <p:cNvCxnSpPr>
            <a:cxnSpLocks/>
          </p:cNvCxnSpPr>
          <p:nvPr/>
        </p:nvCxnSpPr>
        <p:spPr>
          <a:xfrm>
            <a:off x="8640400" y="548069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AFA1BAA-7011-368D-C80D-CCD6CD4BD2D3}"/>
              </a:ext>
            </a:extLst>
          </p:cNvPr>
          <p:cNvSpPr txBox="1">
            <a:spLocks/>
          </p:cNvSpPr>
          <p:nvPr/>
        </p:nvSpPr>
        <p:spPr>
          <a:xfrm>
            <a:off x="7626385" y="2480887"/>
            <a:ext cx="957873" cy="624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3863C4ED-37F9-B48F-CB75-7AF3EF06A74E}"/>
              </a:ext>
            </a:extLst>
          </p:cNvPr>
          <p:cNvSpPr txBox="1">
            <a:spLocks/>
          </p:cNvSpPr>
          <p:nvPr/>
        </p:nvSpPr>
        <p:spPr>
          <a:xfrm>
            <a:off x="8983300" y="561258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5C957AC-CB4F-9BDC-451C-020FEE76E8EF}"/>
              </a:ext>
            </a:extLst>
          </p:cNvPr>
          <p:cNvSpPr txBox="1">
            <a:spLocks/>
          </p:cNvSpPr>
          <p:nvPr/>
        </p:nvSpPr>
        <p:spPr>
          <a:xfrm>
            <a:off x="10821939" y="561258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FC49E5E-D5BF-3150-DEA3-9FD5D6B51DDF}"/>
              </a:ext>
            </a:extLst>
          </p:cNvPr>
          <p:cNvSpPr/>
          <p:nvPr/>
        </p:nvSpPr>
        <p:spPr>
          <a:xfrm>
            <a:off x="11015403" y="4819662"/>
            <a:ext cx="195385" cy="197825"/>
          </a:xfrm>
          <a:prstGeom prst="ellipse">
            <a:avLst/>
          </a:prstGeom>
          <a:solidFill>
            <a:srgbClr val="223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88C46E2-0BA9-99FF-B995-79F21D497E47}"/>
              </a:ext>
            </a:extLst>
          </p:cNvPr>
          <p:cNvSpPr/>
          <p:nvPr/>
        </p:nvSpPr>
        <p:spPr>
          <a:xfrm>
            <a:off x="9237605" y="4013354"/>
            <a:ext cx="195385" cy="197825"/>
          </a:xfrm>
          <a:prstGeom prst="ellipse">
            <a:avLst/>
          </a:prstGeom>
          <a:solidFill>
            <a:srgbClr val="223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B10A672-62CB-7D5B-04D6-A3E8D556C76E}"/>
              </a:ext>
            </a:extLst>
          </p:cNvPr>
          <p:cNvSpPr txBox="1">
            <a:spLocks/>
          </p:cNvSpPr>
          <p:nvPr/>
        </p:nvSpPr>
        <p:spPr>
          <a:xfrm>
            <a:off x="7200856" y="454929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91D2CDC-D9DA-AADB-BDF4-2463A57350F7}"/>
              </a:ext>
            </a:extLst>
          </p:cNvPr>
          <p:cNvCxnSpPr>
            <a:cxnSpLocks/>
          </p:cNvCxnSpPr>
          <p:nvPr/>
        </p:nvCxnSpPr>
        <p:spPr>
          <a:xfrm>
            <a:off x="8494373" y="476504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F65775A-1639-CEE1-1B0E-0DD12DD1336E}"/>
              </a:ext>
            </a:extLst>
          </p:cNvPr>
          <p:cNvCxnSpPr>
            <a:cxnSpLocks/>
          </p:cNvCxnSpPr>
          <p:nvPr/>
        </p:nvCxnSpPr>
        <p:spPr>
          <a:xfrm>
            <a:off x="8494373" y="410909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0F2ACE5-FA51-08D0-39F8-1DC92655A1FF}"/>
              </a:ext>
            </a:extLst>
          </p:cNvPr>
          <p:cNvCxnSpPr>
            <a:cxnSpLocks/>
          </p:cNvCxnSpPr>
          <p:nvPr/>
        </p:nvCxnSpPr>
        <p:spPr>
          <a:xfrm>
            <a:off x="8494373" y="340696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CB15CE2C-E367-2A44-21B1-EFD272167239}"/>
              </a:ext>
            </a:extLst>
          </p:cNvPr>
          <p:cNvSpPr txBox="1">
            <a:spLocks/>
          </p:cNvSpPr>
          <p:nvPr/>
        </p:nvSpPr>
        <p:spPr>
          <a:xfrm>
            <a:off x="8230415" y="870125"/>
            <a:ext cx="3327350" cy="840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missing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??</a:t>
            </a:r>
            <a:endParaRPr lang="de-DE" sz="32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32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B5EBCCA8-E94E-A1E3-6DBA-2B6F213939B6}"/>
              </a:ext>
            </a:extLst>
          </p:cNvPr>
          <p:cNvSpPr txBox="1">
            <a:spLocks/>
          </p:cNvSpPr>
          <p:nvPr/>
        </p:nvSpPr>
        <p:spPr>
          <a:xfrm>
            <a:off x="20981" y="1889435"/>
            <a:ext cx="1165118" cy="53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2A0D50A0-F6A3-701F-D323-A9BAFF561CFA}"/>
              </a:ext>
            </a:extLst>
          </p:cNvPr>
          <p:cNvSpPr txBox="1">
            <a:spLocks/>
          </p:cNvSpPr>
          <p:nvPr/>
        </p:nvSpPr>
        <p:spPr>
          <a:xfrm>
            <a:off x="7272857" y="389579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3CFC16E2-EB79-EA12-FE57-4719AA053336}"/>
              </a:ext>
            </a:extLst>
          </p:cNvPr>
          <p:cNvSpPr txBox="1">
            <a:spLocks/>
          </p:cNvSpPr>
          <p:nvPr/>
        </p:nvSpPr>
        <p:spPr>
          <a:xfrm>
            <a:off x="7272857" y="318014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0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8E42E-97C0-78D2-A100-8E30997C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496D874B-18F4-FCEF-A7C3-397E49A2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AB02991-A236-091A-D435-3F954E4AF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38" y="551353"/>
            <a:ext cx="6693014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regressing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on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gender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from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first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pick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values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all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covariates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need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define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scenarios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de-DE" sz="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female</a:t>
            </a:r>
            <a:r>
              <a:rPr lang="en-US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b="1" dirty="0">
                <a:solidFill>
                  <a:srgbClr val="162C2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="1" baseline="-25000" dirty="0">
              <a:solidFill>
                <a:srgbClr val="162C2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DA66C0F5-D24A-44DF-CEF3-086AFBBADCC2}"/>
              </a:ext>
            </a:extLst>
          </p:cNvPr>
          <p:cNvSpPr txBox="1">
            <a:spLocks/>
          </p:cNvSpPr>
          <p:nvPr/>
        </p:nvSpPr>
        <p:spPr>
          <a:xfrm>
            <a:off x="2174859" y="1889435"/>
            <a:ext cx="1336288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53DA9A4-DECA-9F8C-6ECA-51022E4F33F2}"/>
              </a:ext>
            </a:extLst>
          </p:cNvPr>
          <p:cNvSpPr txBox="1">
            <a:spLocks/>
          </p:cNvSpPr>
          <p:nvPr/>
        </p:nvSpPr>
        <p:spPr>
          <a:xfrm>
            <a:off x="4752669" y="1832553"/>
            <a:ext cx="1831588" cy="533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Years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Education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D558A35-EF39-77AF-59B5-6AC6540092C6}"/>
              </a:ext>
            </a:extLst>
          </p:cNvPr>
          <p:cNvSpPr txBox="1">
            <a:spLocks/>
          </p:cNvSpPr>
          <p:nvPr/>
        </p:nvSpPr>
        <p:spPr>
          <a:xfrm>
            <a:off x="3436352" y="1889436"/>
            <a:ext cx="1462000" cy="533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Age</a:t>
            </a:r>
            <a:endParaRPr lang="de-DE" sz="24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D057CFE-9514-4F16-412D-24702D505642}"/>
              </a:ext>
            </a:extLst>
          </p:cNvPr>
          <p:cNvCxnSpPr>
            <a:cxnSpLocks/>
          </p:cNvCxnSpPr>
          <p:nvPr/>
        </p:nvCxnSpPr>
        <p:spPr>
          <a:xfrm flipV="1">
            <a:off x="8638373" y="259430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80E4BAC-99B9-F33E-458D-678BC1BD17CE}"/>
              </a:ext>
            </a:extLst>
          </p:cNvPr>
          <p:cNvCxnSpPr>
            <a:cxnSpLocks/>
          </p:cNvCxnSpPr>
          <p:nvPr/>
        </p:nvCxnSpPr>
        <p:spPr>
          <a:xfrm>
            <a:off x="8640400" y="548069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A9DD006-1C6D-F88E-4549-207268600145}"/>
              </a:ext>
            </a:extLst>
          </p:cNvPr>
          <p:cNvSpPr txBox="1">
            <a:spLocks/>
          </p:cNvSpPr>
          <p:nvPr/>
        </p:nvSpPr>
        <p:spPr>
          <a:xfrm>
            <a:off x="7626385" y="2480887"/>
            <a:ext cx="957873" cy="624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0C49137-92BA-E8F4-0874-488C2DE0E4D0}"/>
              </a:ext>
            </a:extLst>
          </p:cNvPr>
          <p:cNvSpPr txBox="1">
            <a:spLocks/>
          </p:cNvSpPr>
          <p:nvPr/>
        </p:nvSpPr>
        <p:spPr>
          <a:xfrm>
            <a:off x="8983300" y="561258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354C063-F797-797B-A1F7-3DE37404F0D6}"/>
              </a:ext>
            </a:extLst>
          </p:cNvPr>
          <p:cNvSpPr txBox="1">
            <a:spLocks/>
          </p:cNvSpPr>
          <p:nvPr/>
        </p:nvSpPr>
        <p:spPr>
          <a:xfrm>
            <a:off x="10821939" y="561258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7EC5E79-7274-2E90-56A3-07A46C43130A}"/>
              </a:ext>
            </a:extLst>
          </p:cNvPr>
          <p:cNvSpPr/>
          <p:nvPr/>
        </p:nvSpPr>
        <p:spPr>
          <a:xfrm>
            <a:off x="11015403" y="4819662"/>
            <a:ext cx="195385" cy="197825"/>
          </a:xfrm>
          <a:prstGeom prst="ellipse">
            <a:avLst/>
          </a:prstGeom>
          <a:solidFill>
            <a:srgbClr val="223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010124-C152-4F38-40AC-95218F267FB8}"/>
              </a:ext>
            </a:extLst>
          </p:cNvPr>
          <p:cNvSpPr/>
          <p:nvPr/>
        </p:nvSpPr>
        <p:spPr>
          <a:xfrm>
            <a:off x="9237605" y="4013354"/>
            <a:ext cx="195385" cy="197825"/>
          </a:xfrm>
          <a:prstGeom prst="ellipse">
            <a:avLst/>
          </a:prstGeom>
          <a:solidFill>
            <a:srgbClr val="223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8ED4B2E2-3D21-126A-C3D7-3C210B88EE31}"/>
              </a:ext>
            </a:extLst>
          </p:cNvPr>
          <p:cNvSpPr txBox="1">
            <a:spLocks/>
          </p:cNvSpPr>
          <p:nvPr/>
        </p:nvSpPr>
        <p:spPr>
          <a:xfrm>
            <a:off x="7200856" y="454929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BD92189-BEA6-B207-3FAB-CF53C66CD3D6}"/>
              </a:ext>
            </a:extLst>
          </p:cNvPr>
          <p:cNvCxnSpPr>
            <a:cxnSpLocks/>
          </p:cNvCxnSpPr>
          <p:nvPr/>
        </p:nvCxnSpPr>
        <p:spPr>
          <a:xfrm>
            <a:off x="8494373" y="476504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943B404-E89C-10CE-DF70-9C19225FB7F5}"/>
              </a:ext>
            </a:extLst>
          </p:cNvPr>
          <p:cNvCxnSpPr>
            <a:cxnSpLocks/>
          </p:cNvCxnSpPr>
          <p:nvPr/>
        </p:nvCxnSpPr>
        <p:spPr>
          <a:xfrm>
            <a:off x="8494373" y="410909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B868ECB-76F3-AC90-9639-A02CEDE1C145}"/>
              </a:ext>
            </a:extLst>
          </p:cNvPr>
          <p:cNvCxnSpPr>
            <a:cxnSpLocks/>
          </p:cNvCxnSpPr>
          <p:nvPr/>
        </p:nvCxnSpPr>
        <p:spPr>
          <a:xfrm>
            <a:off x="8494373" y="340696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60E40D7A-2061-EB13-C2F2-DBF1F8BFB2D6}"/>
              </a:ext>
            </a:extLst>
          </p:cNvPr>
          <p:cNvSpPr txBox="1">
            <a:spLocks/>
          </p:cNvSpPr>
          <p:nvPr/>
        </p:nvSpPr>
        <p:spPr>
          <a:xfrm>
            <a:off x="8230415" y="870125"/>
            <a:ext cx="3327350" cy="840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3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missing</a:t>
            </a:r>
            <a:r>
              <a:rPr lang="de-DE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??</a:t>
            </a:r>
            <a:endParaRPr lang="de-DE" sz="32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32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3D97120D-7D4B-6E70-2634-510CED253057}"/>
              </a:ext>
            </a:extLst>
          </p:cNvPr>
          <p:cNvSpPr txBox="1">
            <a:spLocks/>
          </p:cNvSpPr>
          <p:nvPr/>
        </p:nvSpPr>
        <p:spPr>
          <a:xfrm>
            <a:off x="20981" y="1889435"/>
            <a:ext cx="1165118" cy="53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sz="2400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199FFDAF-765F-D22F-2CD0-214A62460536}"/>
              </a:ext>
            </a:extLst>
          </p:cNvPr>
          <p:cNvSpPr txBox="1">
            <a:spLocks/>
          </p:cNvSpPr>
          <p:nvPr/>
        </p:nvSpPr>
        <p:spPr>
          <a:xfrm>
            <a:off x="7272857" y="389579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44FC6C0-AC64-73B5-F721-02B0CB44F036}"/>
              </a:ext>
            </a:extLst>
          </p:cNvPr>
          <p:cNvSpPr txBox="1">
            <a:spLocks/>
          </p:cNvSpPr>
          <p:nvPr/>
        </p:nvSpPr>
        <p:spPr>
          <a:xfrm>
            <a:off x="7272857" y="318014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035776-C7F5-EFDA-196B-32D665B12A0F}"/>
              </a:ext>
            </a:extLst>
          </p:cNvPr>
          <p:cNvSpPr txBox="1">
            <a:spLocks/>
          </p:cNvSpPr>
          <p:nvPr/>
        </p:nvSpPr>
        <p:spPr>
          <a:xfrm>
            <a:off x="7524588" y="1366583"/>
            <a:ext cx="4667412" cy="153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Uncertainity</a:t>
            </a:r>
            <a:r>
              <a:rPr lang="de-DE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How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compute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confidence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intervals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?</a:t>
            </a:r>
            <a:endParaRPr lang="de-DE" sz="2600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sz="26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de-DE" sz="2600" b="1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7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8E48-BC72-AF99-43D5-A175EEE0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446136C4-6802-762A-616C-A437A82F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D11C15DD-34A8-FE2A-5AFA-87E8B8B4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7"/>
            <a:ext cx="6613769" cy="3246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7EEFEB6-ABA4-E497-3898-9D11DA8C1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4C2B815-32EC-36F6-2387-3448ABE86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942FB90-B151-DA5A-CB0B-71D59A06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495D3A8-30FA-B5EE-A430-EDFCF060C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558FA7D5-6439-1C5E-8CC4-A6ADEA168273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2D33AE0-1212-2691-D051-A7E420390D4A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0B66EDB-5D2D-0E7C-DDE1-75773253343F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4F97268-D95D-15C7-C956-7E32B5A860B5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DB9D123-0AA5-F76D-51FE-E4324330B460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754D6E1-3C26-34B5-8B58-FBC0446791F0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C2E77C0-1BCE-7A3E-EC5E-78E8B4A6603A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E4D4C8C-2D47-C9B3-D24F-D39833191C16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nhaltsplatzhalter 2">
            <a:extLst>
              <a:ext uri="{FF2B5EF4-FFF2-40B4-BE49-F238E27FC236}">
                <a16:creationId xmlns:a16="http://schemas.microsoft.com/office/drawing/2014/main" id="{9C916D1B-ABAB-BC2B-6350-D33B669A1763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342AE686-75E9-F1CF-CED8-2B0940305670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369AA790-72F9-7932-20A3-BB4F7F71010D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32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452C1-7983-29E2-53BF-613763B0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5C6BFAE-C96E-5CEA-6A6B-ADE1AFF6E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384FE3AD-D2DD-353A-633D-9E30CE1A1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7"/>
            <a:ext cx="6613769" cy="3246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AC7331A-76EF-34C1-34E3-D12D31E035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13D8C54-2CCA-31B9-5994-E70E0CF23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5FC25FC3-FBA1-A873-C332-1E84336A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5963F84-44BB-515A-D37D-BE99EA85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00C45B2-B92A-6F16-047E-D431E6434916}"/>
              </a:ext>
            </a:extLst>
          </p:cNvPr>
          <p:cNvCxnSpPr/>
          <p:nvPr/>
        </p:nvCxnSpPr>
        <p:spPr>
          <a:xfrm>
            <a:off x="4837722" y="2911230"/>
            <a:ext cx="0" cy="432000"/>
          </a:xfrm>
          <a:prstGeom prst="straightConnector1">
            <a:avLst/>
          </a:prstGeom>
          <a:ln w="38100">
            <a:solidFill>
              <a:srgbClr val="6600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A23A2C30-E5DF-AFE6-0222-9A949A30412E}"/>
              </a:ext>
            </a:extLst>
          </p:cNvPr>
          <p:cNvCxnSpPr>
            <a:cxnSpLocks/>
          </p:cNvCxnSpPr>
          <p:nvPr/>
        </p:nvCxnSpPr>
        <p:spPr>
          <a:xfrm>
            <a:off x="3614615" y="2911230"/>
            <a:ext cx="0" cy="432000"/>
          </a:xfrm>
          <a:prstGeom prst="straightConnector1">
            <a:avLst/>
          </a:prstGeom>
          <a:ln w="38100">
            <a:solidFill>
              <a:srgbClr val="6600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F7BFE86-3222-9487-4BD6-9B5BDBB278F1}"/>
              </a:ext>
            </a:extLst>
          </p:cNvPr>
          <p:cNvCxnSpPr>
            <a:cxnSpLocks/>
          </p:cNvCxnSpPr>
          <p:nvPr/>
        </p:nvCxnSpPr>
        <p:spPr>
          <a:xfrm>
            <a:off x="2233976" y="2911230"/>
            <a:ext cx="0" cy="432000"/>
          </a:xfrm>
          <a:prstGeom prst="straightConnector1">
            <a:avLst/>
          </a:prstGeom>
          <a:ln w="38100">
            <a:solidFill>
              <a:srgbClr val="6600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2C49064-0BB2-88F9-E0C4-6B51EC022144}"/>
              </a:ext>
            </a:extLst>
          </p:cNvPr>
          <p:cNvCxnSpPr>
            <a:cxnSpLocks/>
          </p:cNvCxnSpPr>
          <p:nvPr/>
        </p:nvCxnSpPr>
        <p:spPr>
          <a:xfrm>
            <a:off x="1393822" y="2911230"/>
            <a:ext cx="0" cy="432000"/>
          </a:xfrm>
          <a:prstGeom prst="straightConnector1">
            <a:avLst/>
          </a:prstGeom>
          <a:ln w="38100">
            <a:solidFill>
              <a:srgbClr val="6600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68CF7B3C-51C6-0271-F123-DBDACF352779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CC63D2B5-E65A-5C9B-617A-F2FAD0A2E38D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23AD30FA-4082-3049-3C37-914252A2AF42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B5F3BB9-478B-5415-3FFD-EB22F6ECD835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EF0AB8D-B5E8-5BC0-6D77-BFB6B3998B0D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5D64222-4685-DEEC-BF71-A690A5919234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C0BBBDD-18A1-AA8F-EAF4-A8BE2C6441C2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ADBE5F51-4ABE-58A9-0888-1B1641DEE27E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660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82442B7D-ACA8-6DB2-9D70-E6794B6DA29C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nhaltsplatzhalter 2">
            <a:extLst>
              <a:ext uri="{FF2B5EF4-FFF2-40B4-BE49-F238E27FC236}">
                <a16:creationId xmlns:a16="http://schemas.microsoft.com/office/drawing/2014/main" id="{586D1D83-EC72-AE9B-1E01-758D6ADB56F0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FADA4F81-267E-6928-2E28-9E9E72385973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EB63F5F0-E6CC-E492-CE41-3330C0559DFD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49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2FDF9-BC5A-2308-B0E4-34B3F33D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E491CD7-2BDA-7792-0CC5-02885EF6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8C2D2DE-1980-350D-E493-440F9719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7"/>
            <a:ext cx="10515600" cy="37232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59106A5-E66B-ADA2-8A04-395D447FD6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75A5AA9-C9C1-275A-8550-8CFF058F22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80A3429-DB0C-8515-84F1-D40D0CFAB3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65B908E-DD41-2735-A77A-D126047C77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CCEA72D-C4CA-9452-B7E8-FD8698B0BC4B}"/>
              </a:ext>
            </a:extLst>
          </p:cNvPr>
          <p:cNvCxnSpPr/>
          <p:nvPr/>
        </p:nvCxnSpPr>
        <p:spPr>
          <a:xfrm>
            <a:off x="4947138" y="2872153"/>
            <a:ext cx="0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13D73E5-16E8-A41F-4690-17E40401F1DA}"/>
              </a:ext>
            </a:extLst>
          </p:cNvPr>
          <p:cNvCxnSpPr>
            <a:cxnSpLocks/>
          </p:cNvCxnSpPr>
          <p:nvPr/>
        </p:nvCxnSpPr>
        <p:spPr>
          <a:xfrm>
            <a:off x="3387969" y="2911230"/>
            <a:ext cx="0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7DA4E71-236F-4452-FF83-8685715DDAEA}"/>
              </a:ext>
            </a:extLst>
          </p:cNvPr>
          <p:cNvCxnSpPr>
            <a:cxnSpLocks/>
          </p:cNvCxnSpPr>
          <p:nvPr/>
        </p:nvCxnSpPr>
        <p:spPr>
          <a:xfrm>
            <a:off x="2319945" y="2872153"/>
            <a:ext cx="0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4E6257F-8E45-F1B2-AFE6-EF0D0F051C5C}"/>
              </a:ext>
            </a:extLst>
          </p:cNvPr>
          <p:cNvCxnSpPr>
            <a:cxnSpLocks/>
          </p:cNvCxnSpPr>
          <p:nvPr/>
        </p:nvCxnSpPr>
        <p:spPr>
          <a:xfrm>
            <a:off x="1245330" y="2911230"/>
            <a:ext cx="0" cy="4320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F6599FA3-B3E7-A86D-3F12-F71FE27620F4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4E788AC-EC22-F438-6F73-50E814E4E402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5ED909A-454E-9E01-4D89-D6258623F4EE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4BCAEC9-BD27-7917-59AA-89E7CBF2F923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53FE517-9263-7E07-5B60-579F58D40823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58785C60-62A3-1D37-7977-732A565C801D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660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BB8623F-BAEA-DE6F-EA55-FDF0C1D28201}"/>
              </a:ext>
            </a:extLst>
          </p:cNvPr>
          <p:cNvSpPr/>
          <p:nvPr/>
        </p:nvSpPr>
        <p:spPr>
          <a:xfrm>
            <a:off x="8994427" y="3589613"/>
            <a:ext cx="144000" cy="146743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3C77263-A3E2-AE02-7E7F-D5914F50E314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3590CE97-514A-1674-41F2-F0CC5092F38C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A85FDF30-D4D1-C7EF-C0E1-BFDF8DBC2711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C1FA4219-AC97-5F35-8286-85AE9C083657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3C2B47E-84FC-5438-A891-58A064618C65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8D228915-1923-CBD9-D387-13D4E0BB13C6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5FDAEFBD-9560-5DD4-E5C2-A7CD341D0A21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34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48F10-06F8-3E6A-14A7-CC7DC1F3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894F7B9-ACB4-ED3B-3754-7F31576C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95B2AA53-7390-AADA-9C3B-BDE7B015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8"/>
            <a:ext cx="10515600" cy="42742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1B32F28-FD07-F358-7CBB-4CB2210A37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04F98A6-6149-E59A-4FA4-6620B59F5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33572680-2B28-BCA4-D34A-5E14F2CB7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6AE72C3-7F39-FF9C-43E4-4D5DABD7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45C9AA2-1312-D027-AC12-0FBB092A7FBC}"/>
              </a:ext>
            </a:extLst>
          </p:cNvPr>
          <p:cNvCxnSpPr/>
          <p:nvPr/>
        </p:nvCxnSpPr>
        <p:spPr>
          <a:xfrm>
            <a:off x="4853353" y="2872153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29467F9-DA89-1AB4-396E-1CF10008125A}"/>
              </a:ext>
            </a:extLst>
          </p:cNvPr>
          <p:cNvCxnSpPr>
            <a:cxnSpLocks/>
          </p:cNvCxnSpPr>
          <p:nvPr/>
        </p:nvCxnSpPr>
        <p:spPr>
          <a:xfrm>
            <a:off x="3684953" y="299700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32FA06A-8E94-304F-30A8-9BD7F56F455B}"/>
              </a:ext>
            </a:extLst>
          </p:cNvPr>
          <p:cNvCxnSpPr>
            <a:cxnSpLocks/>
          </p:cNvCxnSpPr>
          <p:nvPr/>
        </p:nvCxnSpPr>
        <p:spPr>
          <a:xfrm>
            <a:off x="2257422" y="2821598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7FDDF3B-41EA-D0A0-A152-99E5C72EBDF5}"/>
              </a:ext>
            </a:extLst>
          </p:cNvPr>
          <p:cNvCxnSpPr>
            <a:cxnSpLocks/>
          </p:cNvCxnSpPr>
          <p:nvPr/>
        </p:nvCxnSpPr>
        <p:spPr>
          <a:xfrm>
            <a:off x="1159361" y="305215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D7439936-706B-41D9-F429-04AD439D7C66}"/>
              </a:ext>
            </a:extLst>
          </p:cNvPr>
          <p:cNvSpPr/>
          <p:nvPr/>
        </p:nvSpPr>
        <p:spPr>
          <a:xfrm>
            <a:off x="8994427" y="3372970"/>
            <a:ext cx="144000" cy="14674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C06480C-ADD8-4113-4B37-44D111E431C3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D2336624-53C1-4BC9-67A9-A455E95A3FA5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3E0D70E5-96BE-3026-1263-C512E78B6CE3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B8084BE-D0CB-E8C1-DF20-FE2A3639A88B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B9E0CFB2-2929-005D-6DE4-09A9305BC88D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:a16="http://schemas.microsoft.com/office/drawing/2014/main" id="{B89F322A-8A1E-CAC8-420E-446C20C75912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660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D766962A-0C02-812B-A6FD-FD6D85CB236A}"/>
              </a:ext>
            </a:extLst>
          </p:cNvPr>
          <p:cNvSpPr/>
          <p:nvPr/>
        </p:nvSpPr>
        <p:spPr>
          <a:xfrm>
            <a:off x="8994427" y="3589613"/>
            <a:ext cx="144000" cy="146743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7CB4BBD-DE46-2109-A21A-453ED48269BF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A817547-7874-A731-27CC-7018A02B25ED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8C0D6589-3E0E-33CE-605C-546566DBF1D5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ABF0DFB5-01E1-6529-5938-E00B72970765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0DA25453-E311-4F5C-8A6C-86511E5E4A50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E42BB348-C8B4-3A2D-B1AD-FC0C0FF9E32A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637AD585-6171-573D-5053-DC0CAD0D1D5E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37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1F31-CC87-85F1-3ED7-BE9ABBCE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75BD567-10F0-9DF3-1159-735B57D2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EF731DB-ED46-843F-58FF-FE46310D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6"/>
            <a:ext cx="10515600" cy="5552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E3C41CB-01F3-64C1-3DA0-7F348A2E2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E7E5721-7493-F1D3-9A71-0C526412A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BD0F913-0E58-AFB0-E8F4-6C748B40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9CDB3A3-CB9B-7329-B106-AB196E63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9D5BCEF-C749-8AAD-21B1-C9B5F1777351}"/>
              </a:ext>
            </a:extLst>
          </p:cNvPr>
          <p:cNvCxnSpPr/>
          <p:nvPr/>
        </p:nvCxnSpPr>
        <p:spPr>
          <a:xfrm>
            <a:off x="4853353" y="2872153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958CDBF-7B41-4AA9-BF53-FFCC0C65877F}"/>
              </a:ext>
            </a:extLst>
          </p:cNvPr>
          <p:cNvCxnSpPr>
            <a:cxnSpLocks/>
          </p:cNvCxnSpPr>
          <p:nvPr/>
        </p:nvCxnSpPr>
        <p:spPr>
          <a:xfrm>
            <a:off x="3684953" y="299700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AB31B3D-1534-23E2-BD2C-F6F43C7EC866}"/>
              </a:ext>
            </a:extLst>
          </p:cNvPr>
          <p:cNvCxnSpPr>
            <a:cxnSpLocks/>
          </p:cNvCxnSpPr>
          <p:nvPr/>
        </p:nvCxnSpPr>
        <p:spPr>
          <a:xfrm>
            <a:off x="2257422" y="2821598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B7E131B-F5BE-5498-AC43-B1738828581E}"/>
              </a:ext>
            </a:extLst>
          </p:cNvPr>
          <p:cNvCxnSpPr>
            <a:cxnSpLocks/>
          </p:cNvCxnSpPr>
          <p:nvPr/>
        </p:nvCxnSpPr>
        <p:spPr>
          <a:xfrm>
            <a:off x="1159361" y="305215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0B6506CD-500F-F4DD-B7F7-3D6B69C84272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354CF27-5A35-222B-42EE-0D74B3527D6C}"/>
              </a:ext>
            </a:extLst>
          </p:cNvPr>
          <p:cNvSpPr/>
          <p:nvPr/>
        </p:nvSpPr>
        <p:spPr>
          <a:xfrm>
            <a:off x="8994427" y="358961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EFF1658F-2815-77B9-164A-3F94A906D95A}"/>
              </a:ext>
            </a:extLst>
          </p:cNvPr>
          <p:cNvSpPr/>
          <p:nvPr/>
        </p:nvSpPr>
        <p:spPr>
          <a:xfrm>
            <a:off x="8994427" y="3372970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4F6CABE-AB7D-3B91-C095-5EE487DAA4B2}"/>
              </a:ext>
            </a:extLst>
          </p:cNvPr>
          <p:cNvSpPr/>
          <p:nvPr/>
        </p:nvSpPr>
        <p:spPr>
          <a:xfrm>
            <a:off x="8994066" y="369890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0DA342FC-07B8-8ABC-2B67-0E6A018D320C}"/>
              </a:ext>
            </a:extLst>
          </p:cNvPr>
          <p:cNvSpPr/>
          <p:nvPr/>
        </p:nvSpPr>
        <p:spPr>
          <a:xfrm>
            <a:off x="8994427" y="348590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43F0338-8877-1CFA-A917-55F634CEBB6D}"/>
              </a:ext>
            </a:extLst>
          </p:cNvPr>
          <p:cNvSpPr/>
          <p:nvPr/>
        </p:nvSpPr>
        <p:spPr>
          <a:xfrm>
            <a:off x="8994427" y="326925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DF36F9F-B9C4-7595-81D6-D1178FEB7E6A}"/>
              </a:ext>
            </a:extLst>
          </p:cNvPr>
          <p:cNvSpPr/>
          <p:nvPr/>
        </p:nvSpPr>
        <p:spPr>
          <a:xfrm>
            <a:off x="8994426" y="368679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E3AF595-F77F-9187-2F62-6639829ED236}"/>
              </a:ext>
            </a:extLst>
          </p:cNvPr>
          <p:cNvSpPr/>
          <p:nvPr/>
        </p:nvSpPr>
        <p:spPr>
          <a:xfrm>
            <a:off x="8994787" y="351815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8AF1278-7ED1-2A16-4403-3BEC958950A4}"/>
              </a:ext>
            </a:extLst>
          </p:cNvPr>
          <p:cNvSpPr/>
          <p:nvPr/>
        </p:nvSpPr>
        <p:spPr>
          <a:xfrm>
            <a:off x="8994426" y="336821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33F69F7-A4AD-A233-61A4-300C36F459E6}"/>
              </a:ext>
            </a:extLst>
          </p:cNvPr>
          <p:cNvSpPr/>
          <p:nvPr/>
        </p:nvSpPr>
        <p:spPr>
          <a:xfrm>
            <a:off x="8994065" y="375028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92587B1-C941-42FE-834D-919A2FA0A406}"/>
              </a:ext>
            </a:extLst>
          </p:cNvPr>
          <p:cNvSpPr/>
          <p:nvPr/>
        </p:nvSpPr>
        <p:spPr>
          <a:xfrm>
            <a:off x="8994426" y="358164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A7BD9D3-A114-6034-96B1-A43B3AFE04CC}"/>
              </a:ext>
            </a:extLst>
          </p:cNvPr>
          <p:cNvSpPr/>
          <p:nvPr/>
        </p:nvSpPr>
        <p:spPr>
          <a:xfrm>
            <a:off x="8994065" y="343170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AB5A925-776C-1520-85C4-140A24B9DE10}"/>
              </a:ext>
            </a:extLst>
          </p:cNvPr>
          <p:cNvSpPr/>
          <p:nvPr/>
        </p:nvSpPr>
        <p:spPr>
          <a:xfrm>
            <a:off x="8994426" y="4117571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DFE8C379-6E8E-200E-E9C1-08A75262CE20}"/>
              </a:ext>
            </a:extLst>
          </p:cNvPr>
          <p:cNvSpPr/>
          <p:nvPr/>
        </p:nvSpPr>
        <p:spPr>
          <a:xfrm>
            <a:off x="8994426" y="395906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C7D032CD-E09C-66B2-74D2-329BD80BED76}"/>
              </a:ext>
            </a:extLst>
          </p:cNvPr>
          <p:cNvSpPr/>
          <p:nvPr/>
        </p:nvSpPr>
        <p:spPr>
          <a:xfrm>
            <a:off x="8994426" y="310426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44EBA70-E87E-D9C8-99F4-2246FEB0836F}"/>
              </a:ext>
            </a:extLst>
          </p:cNvPr>
          <p:cNvSpPr/>
          <p:nvPr/>
        </p:nvSpPr>
        <p:spPr>
          <a:xfrm>
            <a:off x="8999507" y="369374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1C0718F-B16C-D8D3-8067-02FB6D61F511}"/>
              </a:ext>
            </a:extLst>
          </p:cNvPr>
          <p:cNvSpPr/>
          <p:nvPr/>
        </p:nvSpPr>
        <p:spPr>
          <a:xfrm>
            <a:off x="8999506" y="352874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7E4403BA-2128-3862-930F-6ACABC8FE4D5}"/>
              </a:ext>
            </a:extLst>
          </p:cNvPr>
          <p:cNvSpPr/>
          <p:nvPr/>
        </p:nvSpPr>
        <p:spPr>
          <a:xfrm>
            <a:off x="8994065" y="3862607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A6B0E84-816D-6C83-349F-DA6C89D77226}"/>
              </a:ext>
            </a:extLst>
          </p:cNvPr>
          <p:cNvSpPr/>
          <p:nvPr/>
        </p:nvSpPr>
        <p:spPr>
          <a:xfrm>
            <a:off x="8994064" y="3697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6EE14906-7B58-8BF8-06B6-35038FB564D8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295583E7-7D16-A4EE-F247-9A4882D487FF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nhaltsplatzhalter 2">
            <a:extLst>
              <a:ext uri="{FF2B5EF4-FFF2-40B4-BE49-F238E27FC236}">
                <a16:creationId xmlns:a16="http://schemas.microsoft.com/office/drawing/2014/main" id="{C1715120-B75E-A950-DC81-903AFAECB3CC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A1FE9330-F4F1-2C43-54BA-6F5FD2C7EFD3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DC9E36B5-7468-863E-0413-33B62EC4BC86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83DCB7F0-438E-96B9-60ED-D0C6C838BB6F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632E8E9-1E4F-0E9F-B37A-1A4A5EE89F5F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001E6EA2-6A08-701F-7B36-7CF3A28B7B87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1E9D26A-1873-225D-11B3-DAB55958600C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6B569834-1121-FC61-6119-AA7B74080AD0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83ABB0D2-FDF9-A68B-1AE9-262674F85AC4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00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68A8D-AE29-931B-99F5-328D50C5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15AF7D7-6111-CFE4-059D-F168266F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D0B49D5B-1E24-2441-481B-0167CCAFB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6"/>
            <a:ext cx="10515600" cy="5552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14A261C0-0AC9-4C54-AC33-230D05FA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D3397931-D6DF-A955-BFF3-A7FF79CA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C47A97EA-A127-B79B-36A2-1BEB1BEA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73412A6A-0AF2-860D-0ECF-08BD88C4B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2E41B79B-D57B-119B-A0D7-EDB62CE3D546}"/>
              </a:ext>
            </a:extLst>
          </p:cNvPr>
          <p:cNvCxnSpPr/>
          <p:nvPr/>
        </p:nvCxnSpPr>
        <p:spPr>
          <a:xfrm>
            <a:off x="4853353" y="2872153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74F68ED-99D4-DB80-4275-97FFF0487957}"/>
              </a:ext>
            </a:extLst>
          </p:cNvPr>
          <p:cNvCxnSpPr>
            <a:cxnSpLocks/>
          </p:cNvCxnSpPr>
          <p:nvPr/>
        </p:nvCxnSpPr>
        <p:spPr>
          <a:xfrm>
            <a:off x="3684953" y="299700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9899AF4F-D636-A4F5-2105-EE7BE3F26E65}"/>
              </a:ext>
            </a:extLst>
          </p:cNvPr>
          <p:cNvCxnSpPr>
            <a:cxnSpLocks/>
          </p:cNvCxnSpPr>
          <p:nvPr/>
        </p:nvCxnSpPr>
        <p:spPr>
          <a:xfrm>
            <a:off x="2257422" y="2821598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D1FE6BFE-C362-5638-7508-022B6E6D98E5}"/>
              </a:ext>
            </a:extLst>
          </p:cNvPr>
          <p:cNvCxnSpPr>
            <a:cxnSpLocks/>
          </p:cNvCxnSpPr>
          <p:nvPr/>
        </p:nvCxnSpPr>
        <p:spPr>
          <a:xfrm>
            <a:off x="1159361" y="305215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Ellipse 65">
            <a:extLst>
              <a:ext uri="{FF2B5EF4-FFF2-40B4-BE49-F238E27FC236}">
                <a16:creationId xmlns:a16="http://schemas.microsoft.com/office/drawing/2014/main" id="{1C679D1A-ED22-2333-2ECA-FE31D032A316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53C51D6-B3E2-6821-AE05-BB26B33CA291}"/>
              </a:ext>
            </a:extLst>
          </p:cNvPr>
          <p:cNvSpPr/>
          <p:nvPr/>
        </p:nvSpPr>
        <p:spPr>
          <a:xfrm>
            <a:off x="8994427" y="358961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76FD1459-7DE6-4640-B486-D0D11C75274B}"/>
              </a:ext>
            </a:extLst>
          </p:cNvPr>
          <p:cNvSpPr/>
          <p:nvPr/>
        </p:nvSpPr>
        <p:spPr>
          <a:xfrm>
            <a:off x="8994427" y="3372970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FFBFCAD-0400-77BE-DF91-4A01D1E4C054}"/>
              </a:ext>
            </a:extLst>
          </p:cNvPr>
          <p:cNvSpPr/>
          <p:nvPr/>
        </p:nvSpPr>
        <p:spPr>
          <a:xfrm>
            <a:off x="8994066" y="369890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AD86C8A2-293A-EA25-FF38-DE1B51C45599}"/>
              </a:ext>
            </a:extLst>
          </p:cNvPr>
          <p:cNvSpPr/>
          <p:nvPr/>
        </p:nvSpPr>
        <p:spPr>
          <a:xfrm>
            <a:off x="8994427" y="348590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6AE07205-955A-C97F-357E-087131256E62}"/>
              </a:ext>
            </a:extLst>
          </p:cNvPr>
          <p:cNvSpPr/>
          <p:nvPr/>
        </p:nvSpPr>
        <p:spPr>
          <a:xfrm>
            <a:off x="8994427" y="326925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6B3551BF-3E79-C3F6-C03E-0A9C6771A415}"/>
              </a:ext>
            </a:extLst>
          </p:cNvPr>
          <p:cNvSpPr/>
          <p:nvPr/>
        </p:nvSpPr>
        <p:spPr>
          <a:xfrm>
            <a:off x="8994426" y="368679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8AECE91-9E48-9237-54FA-CAFD63487FC1}"/>
              </a:ext>
            </a:extLst>
          </p:cNvPr>
          <p:cNvSpPr/>
          <p:nvPr/>
        </p:nvSpPr>
        <p:spPr>
          <a:xfrm>
            <a:off x="8994787" y="351815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2B3F9FD8-6A83-4C87-ED88-7FB2181B9BB9}"/>
              </a:ext>
            </a:extLst>
          </p:cNvPr>
          <p:cNvSpPr/>
          <p:nvPr/>
        </p:nvSpPr>
        <p:spPr>
          <a:xfrm>
            <a:off x="8994426" y="336821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0B101AC9-3C3C-FE9D-8045-8B489E2D68E7}"/>
              </a:ext>
            </a:extLst>
          </p:cNvPr>
          <p:cNvSpPr/>
          <p:nvPr/>
        </p:nvSpPr>
        <p:spPr>
          <a:xfrm>
            <a:off x="8994065" y="375028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D8DD6BC-4A54-4A68-8647-976AEE0D37E3}"/>
              </a:ext>
            </a:extLst>
          </p:cNvPr>
          <p:cNvSpPr/>
          <p:nvPr/>
        </p:nvSpPr>
        <p:spPr>
          <a:xfrm>
            <a:off x="8994426" y="358164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C1625185-FAE2-0614-9B64-0F9FD8E746CB}"/>
              </a:ext>
            </a:extLst>
          </p:cNvPr>
          <p:cNvSpPr/>
          <p:nvPr/>
        </p:nvSpPr>
        <p:spPr>
          <a:xfrm>
            <a:off x="8994065" y="343170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A602D88C-AB5B-9D40-2752-7476C447CD8E}"/>
              </a:ext>
            </a:extLst>
          </p:cNvPr>
          <p:cNvSpPr/>
          <p:nvPr/>
        </p:nvSpPr>
        <p:spPr>
          <a:xfrm>
            <a:off x="8994426" y="4117571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2B4021EE-5F96-FF5C-1BD6-DF4F4B564D41}"/>
              </a:ext>
            </a:extLst>
          </p:cNvPr>
          <p:cNvSpPr/>
          <p:nvPr/>
        </p:nvSpPr>
        <p:spPr>
          <a:xfrm>
            <a:off x="8994426" y="395906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44989BB8-2724-6C2C-2178-8CFB0DDEA0E8}"/>
              </a:ext>
            </a:extLst>
          </p:cNvPr>
          <p:cNvSpPr/>
          <p:nvPr/>
        </p:nvSpPr>
        <p:spPr>
          <a:xfrm>
            <a:off x="8994426" y="310426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E1016143-E67F-CF04-E599-BFEDA5ED6EFD}"/>
              </a:ext>
            </a:extLst>
          </p:cNvPr>
          <p:cNvSpPr/>
          <p:nvPr/>
        </p:nvSpPr>
        <p:spPr>
          <a:xfrm>
            <a:off x="8999507" y="369374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9CFCC2AA-67DC-53BE-D710-D74C6F8E842D}"/>
              </a:ext>
            </a:extLst>
          </p:cNvPr>
          <p:cNvSpPr/>
          <p:nvPr/>
        </p:nvSpPr>
        <p:spPr>
          <a:xfrm>
            <a:off x="8999506" y="352874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6A7CBA95-A903-3BA4-A516-39AFBFFF8AF1}"/>
              </a:ext>
            </a:extLst>
          </p:cNvPr>
          <p:cNvSpPr/>
          <p:nvPr/>
        </p:nvSpPr>
        <p:spPr>
          <a:xfrm>
            <a:off x="8994065" y="3862607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D8CC1B8C-D342-77AB-D7D4-F99AD07B9CCA}"/>
              </a:ext>
            </a:extLst>
          </p:cNvPr>
          <p:cNvSpPr/>
          <p:nvPr/>
        </p:nvSpPr>
        <p:spPr>
          <a:xfrm>
            <a:off x="8994064" y="3697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Grafik 84">
            <a:extLst>
              <a:ext uri="{FF2B5EF4-FFF2-40B4-BE49-F238E27FC236}">
                <a16:creationId xmlns:a16="http://schemas.microsoft.com/office/drawing/2014/main" id="{88158F19-50E6-9258-893B-3B179E0F8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 rot="5400000">
            <a:off x="8954049" y="3485697"/>
            <a:ext cx="944760" cy="432007"/>
          </a:xfrm>
          <a:prstGeom prst="rect">
            <a:avLst/>
          </a:prstGeom>
        </p:spPr>
      </p:pic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D42960E5-A4AC-DBDC-ABC4-9071EBBB1614}"/>
              </a:ext>
            </a:extLst>
          </p:cNvPr>
          <p:cNvCxnSpPr>
            <a:cxnSpLocks/>
          </p:cNvCxnSpPr>
          <p:nvPr/>
        </p:nvCxnSpPr>
        <p:spPr>
          <a:xfrm>
            <a:off x="8687463" y="3687524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A834A65A-CBC6-0A00-1EAB-8EC1AB603B2B}"/>
              </a:ext>
            </a:extLst>
          </p:cNvPr>
          <p:cNvCxnSpPr>
            <a:cxnSpLocks/>
          </p:cNvCxnSpPr>
          <p:nvPr/>
        </p:nvCxnSpPr>
        <p:spPr>
          <a:xfrm>
            <a:off x="8687463" y="3395482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825E49D3-5071-9044-249A-0680D359C361}"/>
              </a:ext>
            </a:extLst>
          </p:cNvPr>
          <p:cNvCxnSpPr>
            <a:cxnSpLocks/>
          </p:cNvCxnSpPr>
          <p:nvPr/>
        </p:nvCxnSpPr>
        <p:spPr>
          <a:xfrm>
            <a:off x="8687463" y="4012490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487840B-2613-185C-FD33-C09E95E4CCDA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E51E9E5-0344-60A7-C927-C4C4C0CA04B1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F41BDE8-2EC6-EAC6-09D8-16A9F84A6162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C33F730-8CF7-65BD-6298-9468CE685833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742EBA8-8201-FEDC-FC09-448CA2530406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F83A003-BAFA-7756-5088-8E7E9911204D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3E8C504-1FB6-43D4-CB2F-34B6AF993AF1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252300D-E1CD-BB5D-3A08-6C0A2C9E2D38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57D7AAB-C69C-34B8-0A69-FFAD04C6D339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300D9D4-2D0A-F0C8-84DA-F634B642D857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D07F991-BC0A-0867-4FBB-D98BB361A6BB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49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8B551-C1E7-E3B6-3717-954D72C2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B37F05A4-C634-66F1-7AFB-4613C364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28213F3-D79D-12B0-AC6B-25CE10198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6"/>
            <a:ext cx="10515600" cy="5552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D4A8E66-99CF-737A-8536-D380C8531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51F86AA-95FE-3740-40A3-DD401704E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DAF2619-EAD2-1ECC-3ECC-E0A0C112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5C247F-2D85-97B3-80EE-702EE162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E78A975-A5F1-DC17-5CE6-147F1A8AA994}"/>
              </a:ext>
            </a:extLst>
          </p:cNvPr>
          <p:cNvCxnSpPr/>
          <p:nvPr/>
        </p:nvCxnSpPr>
        <p:spPr>
          <a:xfrm>
            <a:off x="4853353" y="2872153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BEA6D3E-8E82-4C8D-6461-5CE6DC964DAC}"/>
              </a:ext>
            </a:extLst>
          </p:cNvPr>
          <p:cNvCxnSpPr>
            <a:cxnSpLocks/>
          </p:cNvCxnSpPr>
          <p:nvPr/>
        </p:nvCxnSpPr>
        <p:spPr>
          <a:xfrm>
            <a:off x="3684953" y="299700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0F45D7D-DD3F-4A41-6BF8-7BE395A8CBF4}"/>
              </a:ext>
            </a:extLst>
          </p:cNvPr>
          <p:cNvCxnSpPr>
            <a:cxnSpLocks/>
          </p:cNvCxnSpPr>
          <p:nvPr/>
        </p:nvCxnSpPr>
        <p:spPr>
          <a:xfrm>
            <a:off x="2257422" y="2821598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B703088-E961-50F7-7D03-7B0E88B86879}"/>
              </a:ext>
            </a:extLst>
          </p:cNvPr>
          <p:cNvCxnSpPr>
            <a:cxnSpLocks/>
          </p:cNvCxnSpPr>
          <p:nvPr/>
        </p:nvCxnSpPr>
        <p:spPr>
          <a:xfrm>
            <a:off x="1159361" y="305215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01777DAE-1B29-1245-7DB4-FF0A3BD5F125}"/>
              </a:ext>
            </a:extLst>
          </p:cNvPr>
          <p:cNvSpPr/>
          <p:nvPr/>
        </p:nvSpPr>
        <p:spPr>
          <a:xfrm>
            <a:off x="8994066" y="3802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08D9E60-48AF-B3A6-65B6-B734C380CB79}"/>
              </a:ext>
            </a:extLst>
          </p:cNvPr>
          <p:cNvSpPr/>
          <p:nvPr/>
        </p:nvSpPr>
        <p:spPr>
          <a:xfrm>
            <a:off x="8994427" y="358961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099DA60-CFE8-7437-E503-32DEC60B4EAD}"/>
              </a:ext>
            </a:extLst>
          </p:cNvPr>
          <p:cNvSpPr/>
          <p:nvPr/>
        </p:nvSpPr>
        <p:spPr>
          <a:xfrm>
            <a:off x="8994427" y="3372970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946D443-2CA6-CEED-AF62-582C4FD24DFB}"/>
              </a:ext>
            </a:extLst>
          </p:cNvPr>
          <p:cNvSpPr/>
          <p:nvPr/>
        </p:nvSpPr>
        <p:spPr>
          <a:xfrm>
            <a:off x="8994066" y="369890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6811735-4214-ACE0-8DA2-FA20FD15B612}"/>
              </a:ext>
            </a:extLst>
          </p:cNvPr>
          <p:cNvSpPr/>
          <p:nvPr/>
        </p:nvSpPr>
        <p:spPr>
          <a:xfrm>
            <a:off x="8994427" y="348590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EE836A9-1359-A522-33FE-4C01AF071AF7}"/>
              </a:ext>
            </a:extLst>
          </p:cNvPr>
          <p:cNvSpPr/>
          <p:nvPr/>
        </p:nvSpPr>
        <p:spPr>
          <a:xfrm>
            <a:off x="8994427" y="326925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56C6F0AD-3D43-69E2-E02A-DEB24E3FB39D}"/>
              </a:ext>
            </a:extLst>
          </p:cNvPr>
          <p:cNvSpPr/>
          <p:nvPr/>
        </p:nvSpPr>
        <p:spPr>
          <a:xfrm>
            <a:off x="8994426" y="368679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00B38E0-2EE9-4FB3-0A10-E1FF8CDBAC4B}"/>
              </a:ext>
            </a:extLst>
          </p:cNvPr>
          <p:cNvSpPr/>
          <p:nvPr/>
        </p:nvSpPr>
        <p:spPr>
          <a:xfrm>
            <a:off x="8994787" y="351815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18CE37B-BB93-5323-74BF-1AB215A97742}"/>
              </a:ext>
            </a:extLst>
          </p:cNvPr>
          <p:cNvSpPr/>
          <p:nvPr/>
        </p:nvSpPr>
        <p:spPr>
          <a:xfrm>
            <a:off x="8994426" y="336821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D9BA50B-88FC-3F6C-4CC9-5B62B26DFEB2}"/>
              </a:ext>
            </a:extLst>
          </p:cNvPr>
          <p:cNvSpPr/>
          <p:nvPr/>
        </p:nvSpPr>
        <p:spPr>
          <a:xfrm>
            <a:off x="8994065" y="375028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3319673-0F4F-4DED-117D-0F19FA274D75}"/>
              </a:ext>
            </a:extLst>
          </p:cNvPr>
          <p:cNvSpPr/>
          <p:nvPr/>
        </p:nvSpPr>
        <p:spPr>
          <a:xfrm>
            <a:off x="8994426" y="358164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7C9410F9-F000-3117-F1B3-95BAD4C17CC2}"/>
              </a:ext>
            </a:extLst>
          </p:cNvPr>
          <p:cNvSpPr/>
          <p:nvPr/>
        </p:nvSpPr>
        <p:spPr>
          <a:xfrm>
            <a:off x="8994065" y="343170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FD05B62-B49C-6167-BC62-F73AD83B04AD}"/>
              </a:ext>
            </a:extLst>
          </p:cNvPr>
          <p:cNvSpPr/>
          <p:nvPr/>
        </p:nvSpPr>
        <p:spPr>
          <a:xfrm>
            <a:off x="8994426" y="4117571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B5A6457-C549-295B-69FE-33F08FC55808}"/>
              </a:ext>
            </a:extLst>
          </p:cNvPr>
          <p:cNvSpPr/>
          <p:nvPr/>
        </p:nvSpPr>
        <p:spPr>
          <a:xfrm>
            <a:off x="8994426" y="395906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1D808C7-B401-2766-511A-71028BF82A73}"/>
              </a:ext>
            </a:extLst>
          </p:cNvPr>
          <p:cNvSpPr/>
          <p:nvPr/>
        </p:nvSpPr>
        <p:spPr>
          <a:xfrm>
            <a:off x="8994426" y="310426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7DB4E0E2-F68C-1A1D-B0DD-5A3FD4F00A25}"/>
              </a:ext>
            </a:extLst>
          </p:cNvPr>
          <p:cNvSpPr/>
          <p:nvPr/>
        </p:nvSpPr>
        <p:spPr>
          <a:xfrm>
            <a:off x="8999507" y="369374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0B085543-B17A-57E2-7CA8-E626C0469264}"/>
              </a:ext>
            </a:extLst>
          </p:cNvPr>
          <p:cNvSpPr/>
          <p:nvPr/>
        </p:nvSpPr>
        <p:spPr>
          <a:xfrm>
            <a:off x="8999506" y="352874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3EC2051-E4D9-CEFC-90A5-83F760D9342C}"/>
              </a:ext>
            </a:extLst>
          </p:cNvPr>
          <p:cNvSpPr/>
          <p:nvPr/>
        </p:nvSpPr>
        <p:spPr>
          <a:xfrm>
            <a:off x="8994065" y="3862607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5B7E978-73E8-8532-61FD-18B978A8F437}"/>
              </a:ext>
            </a:extLst>
          </p:cNvPr>
          <p:cNvSpPr/>
          <p:nvPr/>
        </p:nvSpPr>
        <p:spPr>
          <a:xfrm>
            <a:off x="8994064" y="369761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Grafik 88">
            <a:extLst>
              <a:ext uri="{FF2B5EF4-FFF2-40B4-BE49-F238E27FC236}">
                <a16:creationId xmlns:a16="http://schemas.microsoft.com/office/drawing/2014/main" id="{69512879-DB2B-F298-FD87-C8E8C091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 rot="5400000">
            <a:off x="8954049" y="3485697"/>
            <a:ext cx="944760" cy="432007"/>
          </a:xfrm>
          <a:prstGeom prst="rect">
            <a:avLst/>
          </a:prstGeom>
        </p:spPr>
      </p:pic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137B0402-78C2-2FCE-B940-C952F1368612}"/>
              </a:ext>
            </a:extLst>
          </p:cNvPr>
          <p:cNvCxnSpPr>
            <a:cxnSpLocks/>
          </p:cNvCxnSpPr>
          <p:nvPr/>
        </p:nvCxnSpPr>
        <p:spPr>
          <a:xfrm>
            <a:off x="8687463" y="3687524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E468940F-AADC-7B60-E468-F5AE1FD51987}"/>
              </a:ext>
            </a:extLst>
          </p:cNvPr>
          <p:cNvCxnSpPr>
            <a:cxnSpLocks/>
          </p:cNvCxnSpPr>
          <p:nvPr/>
        </p:nvCxnSpPr>
        <p:spPr>
          <a:xfrm>
            <a:off x="8687463" y="3395482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7FF68A70-2FB9-7B67-A0D6-35C27A29D33A}"/>
              </a:ext>
            </a:extLst>
          </p:cNvPr>
          <p:cNvCxnSpPr>
            <a:cxnSpLocks/>
          </p:cNvCxnSpPr>
          <p:nvPr/>
        </p:nvCxnSpPr>
        <p:spPr>
          <a:xfrm>
            <a:off x="8687463" y="4012490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Ellipse 92">
            <a:extLst>
              <a:ext uri="{FF2B5EF4-FFF2-40B4-BE49-F238E27FC236}">
                <a16:creationId xmlns:a16="http://schemas.microsoft.com/office/drawing/2014/main" id="{3EB2B86E-3FEC-33A8-E8C0-252A8D4DD425}"/>
              </a:ext>
            </a:extLst>
          </p:cNvPr>
          <p:cNvSpPr/>
          <p:nvPr/>
        </p:nvSpPr>
        <p:spPr>
          <a:xfrm>
            <a:off x="10777983" y="443079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8596644-BD0D-9A10-FE55-CA796A797F19}"/>
              </a:ext>
            </a:extLst>
          </p:cNvPr>
          <p:cNvSpPr/>
          <p:nvPr/>
        </p:nvSpPr>
        <p:spPr>
          <a:xfrm>
            <a:off x="10778344" y="421779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A5BBDA53-03C6-83A9-21EC-731404596786}"/>
              </a:ext>
            </a:extLst>
          </p:cNvPr>
          <p:cNvSpPr/>
          <p:nvPr/>
        </p:nvSpPr>
        <p:spPr>
          <a:xfrm>
            <a:off x="10778344" y="4001150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B87A2882-922D-EBFC-A252-83105AB6A740}"/>
              </a:ext>
            </a:extLst>
          </p:cNvPr>
          <p:cNvSpPr/>
          <p:nvPr/>
        </p:nvSpPr>
        <p:spPr>
          <a:xfrm>
            <a:off x="10777983" y="432708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7FEF9578-0254-8C75-EF89-1B3C28170979}"/>
              </a:ext>
            </a:extLst>
          </p:cNvPr>
          <p:cNvSpPr/>
          <p:nvPr/>
        </p:nvSpPr>
        <p:spPr>
          <a:xfrm>
            <a:off x="10778344" y="411408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CF9F9BD0-7385-6F6F-70D4-B1426D0B2B65}"/>
              </a:ext>
            </a:extLst>
          </p:cNvPr>
          <p:cNvSpPr/>
          <p:nvPr/>
        </p:nvSpPr>
        <p:spPr>
          <a:xfrm>
            <a:off x="10778344" y="384273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AB758C63-057A-9B87-7739-DAE160FC8CE9}"/>
              </a:ext>
            </a:extLst>
          </p:cNvPr>
          <p:cNvSpPr/>
          <p:nvPr/>
        </p:nvSpPr>
        <p:spPr>
          <a:xfrm>
            <a:off x="10778343" y="431497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791EB5D-3FA3-903E-7BD6-8B388436E9AB}"/>
              </a:ext>
            </a:extLst>
          </p:cNvPr>
          <p:cNvSpPr/>
          <p:nvPr/>
        </p:nvSpPr>
        <p:spPr>
          <a:xfrm>
            <a:off x="10778704" y="4146333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CE5DFD02-1833-E37B-12BC-7C79615BC06B}"/>
              </a:ext>
            </a:extLst>
          </p:cNvPr>
          <p:cNvSpPr/>
          <p:nvPr/>
        </p:nvSpPr>
        <p:spPr>
          <a:xfrm>
            <a:off x="10778343" y="399639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7CC76898-6C61-7182-79F8-6AAC1C74DCCC}"/>
              </a:ext>
            </a:extLst>
          </p:cNvPr>
          <p:cNvSpPr/>
          <p:nvPr/>
        </p:nvSpPr>
        <p:spPr>
          <a:xfrm>
            <a:off x="10777982" y="437846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65ECBB8B-31EE-1B56-A1AF-6C3E01F5D9EE}"/>
              </a:ext>
            </a:extLst>
          </p:cNvPr>
          <p:cNvSpPr/>
          <p:nvPr/>
        </p:nvSpPr>
        <p:spPr>
          <a:xfrm>
            <a:off x="10778343" y="4209826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12A8ADF5-AD88-E829-88BF-8628FEE99493}"/>
              </a:ext>
            </a:extLst>
          </p:cNvPr>
          <p:cNvSpPr/>
          <p:nvPr/>
        </p:nvSpPr>
        <p:spPr>
          <a:xfrm>
            <a:off x="10777982" y="4059885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EBCE4DC1-8BE5-406F-2B47-45289F6FC33C}"/>
              </a:ext>
            </a:extLst>
          </p:cNvPr>
          <p:cNvSpPr/>
          <p:nvPr/>
        </p:nvSpPr>
        <p:spPr>
          <a:xfrm>
            <a:off x="10778343" y="4641948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68C00715-8018-4647-985B-B1D43BFDC63A}"/>
              </a:ext>
            </a:extLst>
          </p:cNvPr>
          <p:cNvSpPr/>
          <p:nvPr/>
        </p:nvSpPr>
        <p:spPr>
          <a:xfrm>
            <a:off x="10783424" y="4321922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D6DFFD26-93C1-8A00-810B-0285348F3071}"/>
              </a:ext>
            </a:extLst>
          </p:cNvPr>
          <p:cNvSpPr/>
          <p:nvPr/>
        </p:nvSpPr>
        <p:spPr>
          <a:xfrm>
            <a:off x="10783423" y="4156929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3B18B3E6-04EB-5249-D952-C1F8E189E3B8}"/>
              </a:ext>
            </a:extLst>
          </p:cNvPr>
          <p:cNvSpPr/>
          <p:nvPr/>
        </p:nvSpPr>
        <p:spPr>
          <a:xfrm>
            <a:off x="10777982" y="4490787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8E81E83-5EBF-6CCB-3CD2-88304BE29614}"/>
              </a:ext>
            </a:extLst>
          </p:cNvPr>
          <p:cNvSpPr/>
          <p:nvPr/>
        </p:nvSpPr>
        <p:spPr>
          <a:xfrm>
            <a:off x="10777981" y="4325794"/>
            <a:ext cx="144000" cy="146743"/>
          </a:xfrm>
          <a:prstGeom prst="ellipse">
            <a:avLst/>
          </a:prstGeom>
          <a:solidFill>
            <a:srgbClr val="162C2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Grafik 109">
            <a:extLst>
              <a:ext uri="{FF2B5EF4-FFF2-40B4-BE49-F238E27FC236}">
                <a16:creationId xmlns:a16="http://schemas.microsoft.com/office/drawing/2014/main" id="{1A6D82DD-E452-EDBC-7536-A4CCCAD57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 rot="5400000">
            <a:off x="10777166" y="4125943"/>
            <a:ext cx="843196" cy="432007"/>
          </a:xfrm>
          <a:prstGeom prst="rect">
            <a:avLst/>
          </a:prstGeom>
        </p:spPr>
      </p:pic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B3455AF4-A132-9774-048F-52F51CFCC4AB}"/>
              </a:ext>
            </a:extLst>
          </p:cNvPr>
          <p:cNvCxnSpPr>
            <a:cxnSpLocks/>
          </p:cNvCxnSpPr>
          <p:nvPr/>
        </p:nvCxnSpPr>
        <p:spPr>
          <a:xfrm>
            <a:off x="10471380" y="4315704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A63A060E-A4A4-AA71-944F-84F7BD63B9AB}"/>
              </a:ext>
            </a:extLst>
          </p:cNvPr>
          <p:cNvCxnSpPr>
            <a:cxnSpLocks/>
          </p:cNvCxnSpPr>
          <p:nvPr/>
        </p:nvCxnSpPr>
        <p:spPr>
          <a:xfrm>
            <a:off x="10471380" y="4077734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F257A23E-4B4C-3E92-F84F-84AE13FE0981}"/>
              </a:ext>
            </a:extLst>
          </p:cNvPr>
          <p:cNvCxnSpPr>
            <a:cxnSpLocks/>
          </p:cNvCxnSpPr>
          <p:nvPr/>
        </p:nvCxnSpPr>
        <p:spPr>
          <a:xfrm>
            <a:off x="10471380" y="4621149"/>
            <a:ext cx="1294734" cy="0"/>
          </a:xfrm>
          <a:prstGeom prst="straightConnector1">
            <a:avLst/>
          </a:prstGeom>
          <a:ln w="38100">
            <a:solidFill>
              <a:srgbClr val="162C2F"/>
            </a:solidFill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nhaltsplatzhalter 2">
            <a:extLst>
              <a:ext uri="{FF2B5EF4-FFF2-40B4-BE49-F238E27FC236}">
                <a16:creationId xmlns:a16="http://schemas.microsoft.com/office/drawing/2014/main" id="{949DD5D1-EEEC-D0F6-D66C-B4D024D981CA}"/>
              </a:ext>
            </a:extLst>
          </p:cNvPr>
          <p:cNvSpPr txBox="1">
            <a:spLocks/>
          </p:cNvSpPr>
          <p:nvPr/>
        </p:nvSpPr>
        <p:spPr>
          <a:xfrm>
            <a:off x="10307274" y="3097086"/>
            <a:ext cx="1703753" cy="7019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Repeat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with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= 0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EE5F866F-BCCD-D412-A592-1AFBBE1EA554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AEB5CF9-6DD9-A91D-19F6-7CDF57FD74F8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A352D15-BBAF-FA5A-ABA5-6E4395156BC1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03C20B65-96E6-9D70-33BF-843287175051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10DE2FF7-93C2-B795-DD4C-A6EBDEADA62C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04FF5C4-6F00-7292-F20F-549C79187486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7F193815-2DC1-D1B9-7310-F2DACD4B4FBD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005BEA70-FDD5-5229-88F3-1F329928FEA6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2BB2B518-4B5E-0F45-2ED1-1329F863E1E3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DBC11C3D-B9DA-DE2F-437C-E8D1812C4319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EBD8F6F8-AD83-8FFA-5DC5-9C0EB684EDA2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27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4891F-0AD2-DF73-A2DD-F0FBC43C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E7D794B-F5E8-FFC1-D7AA-49BD2F89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F39B9E1-1844-CB7D-CD73-BC5DEC178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30" y="926856"/>
            <a:ext cx="10515600" cy="55520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 B</a:t>
            </a:r>
            <a:r>
              <a:rPr lang="de-DE" sz="2800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baseline="-250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6600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baseline="-250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,0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,2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800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baseline="-250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,3</a:t>
            </a:r>
            <a:r>
              <a:rPr lang="de-DE" sz="28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800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063221F1-3BAD-9C61-2B4B-44C65BC9A9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945593" y="2797312"/>
            <a:ext cx="760744" cy="432007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362B575D-C9C2-1CE1-6D49-CF1D97FD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053629" y="2797312"/>
            <a:ext cx="454479" cy="432007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932D60F-FF22-3DB2-EE87-02474542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3029574" y="2801047"/>
            <a:ext cx="951139" cy="432007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7CD2646D-F9BE-C391-8E9D-A1A7E0CD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4627083" y="2797312"/>
            <a:ext cx="543046" cy="432007"/>
          </a:xfrm>
          <a:prstGeom prst="rect">
            <a:avLst/>
          </a:prstGeom>
        </p:spPr>
      </p:pic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047D7FDB-EA34-68E1-2440-C52A01DFA457}"/>
              </a:ext>
            </a:extLst>
          </p:cNvPr>
          <p:cNvCxnSpPr/>
          <p:nvPr/>
        </p:nvCxnSpPr>
        <p:spPr>
          <a:xfrm>
            <a:off x="4853353" y="2872153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4FD9B6D-C3A9-9DF4-5C8E-2F8DC63B86D4}"/>
              </a:ext>
            </a:extLst>
          </p:cNvPr>
          <p:cNvCxnSpPr>
            <a:cxnSpLocks/>
          </p:cNvCxnSpPr>
          <p:nvPr/>
        </p:nvCxnSpPr>
        <p:spPr>
          <a:xfrm>
            <a:off x="3684953" y="2997000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8709A3F-628F-5BF2-1D82-92D22AF0DCBE}"/>
              </a:ext>
            </a:extLst>
          </p:cNvPr>
          <p:cNvCxnSpPr>
            <a:cxnSpLocks/>
          </p:cNvCxnSpPr>
          <p:nvPr/>
        </p:nvCxnSpPr>
        <p:spPr>
          <a:xfrm>
            <a:off x="2257422" y="2821598"/>
            <a:ext cx="0" cy="4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A3233B3-D34D-0F1D-5157-7FEC907E24F5}"/>
              </a:ext>
            </a:extLst>
          </p:cNvPr>
          <p:cNvCxnSpPr>
            <a:cxnSpLocks/>
          </p:cNvCxnSpPr>
          <p:nvPr/>
        </p:nvCxnSpPr>
        <p:spPr>
          <a:xfrm>
            <a:off x="1159361" y="3052153"/>
            <a:ext cx="0" cy="25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Ellipse 65">
            <a:extLst>
              <a:ext uri="{FF2B5EF4-FFF2-40B4-BE49-F238E27FC236}">
                <a16:creationId xmlns:a16="http://schemas.microsoft.com/office/drawing/2014/main" id="{A96AC8BC-782C-9051-58B9-4D9C4DE6149C}"/>
              </a:ext>
            </a:extLst>
          </p:cNvPr>
          <p:cNvSpPr/>
          <p:nvPr/>
        </p:nvSpPr>
        <p:spPr>
          <a:xfrm>
            <a:off x="8949371" y="3579272"/>
            <a:ext cx="180000" cy="180000"/>
          </a:xfrm>
          <a:prstGeom prst="ellipse">
            <a:avLst/>
          </a:prstGeom>
          <a:solidFill>
            <a:srgbClr val="162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330F615F-3D74-BB2A-53D5-2D88B18CC92F}"/>
              </a:ext>
            </a:extLst>
          </p:cNvPr>
          <p:cNvCxnSpPr>
            <a:cxnSpLocks/>
          </p:cNvCxnSpPr>
          <p:nvPr/>
        </p:nvCxnSpPr>
        <p:spPr>
          <a:xfrm flipH="1" flipV="1">
            <a:off x="9044350" y="3363022"/>
            <a:ext cx="0" cy="637923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Ellipse 67">
            <a:extLst>
              <a:ext uri="{FF2B5EF4-FFF2-40B4-BE49-F238E27FC236}">
                <a16:creationId xmlns:a16="http://schemas.microsoft.com/office/drawing/2014/main" id="{BD2CE6C5-7099-E7ED-3B2E-06FE852B851C}"/>
              </a:ext>
            </a:extLst>
          </p:cNvPr>
          <p:cNvSpPr/>
          <p:nvPr/>
        </p:nvSpPr>
        <p:spPr>
          <a:xfrm>
            <a:off x="10762026" y="4365813"/>
            <a:ext cx="180000" cy="180000"/>
          </a:xfrm>
          <a:prstGeom prst="ellipse">
            <a:avLst/>
          </a:prstGeom>
          <a:solidFill>
            <a:srgbClr val="162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C1667627-DC1E-0897-F42E-80B525DAD152}"/>
              </a:ext>
            </a:extLst>
          </p:cNvPr>
          <p:cNvCxnSpPr>
            <a:cxnSpLocks/>
          </p:cNvCxnSpPr>
          <p:nvPr/>
        </p:nvCxnSpPr>
        <p:spPr>
          <a:xfrm flipH="1" flipV="1">
            <a:off x="10857005" y="4149563"/>
            <a:ext cx="0" cy="637923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nhaltsplatzhalter 2">
            <a:extLst>
              <a:ext uri="{FF2B5EF4-FFF2-40B4-BE49-F238E27FC236}">
                <a16:creationId xmlns:a16="http://schemas.microsoft.com/office/drawing/2014/main" id="{7F5B6AEE-D26A-511B-86E0-AA8A32232F5A}"/>
              </a:ext>
            </a:extLst>
          </p:cNvPr>
          <p:cNvSpPr txBox="1">
            <a:spLocks/>
          </p:cNvSpPr>
          <p:nvPr/>
        </p:nvSpPr>
        <p:spPr>
          <a:xfrm>
            <a:off x="8434747" y="930550"/>
            <a:ext cx="3641974" cy="134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have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their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confidence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intervals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6367BC4E-8B1E-547E-F303-67A8DB135195}"/>
              </a:ext>
            </a:extLst>
          </p:cNvPr>
          <p:cNvCxnSpPr>
            <a:cxnSpLocks/>
          </p:cNvCxnSpPr>
          <p:nvPr/>
        </p:nvCxnSpPr>
        <p:spPr>
          <a:xfrm flipV="1">
            <a:off x="8362385" y="2182820"/>
            <a:ext cx="0" cy="2880000"/>
          </a:xfrm>
          <a:prstGeom prst="straightConnector1">
            <a:avLst/>
          </a:prstGeom>
          <a:ln w="57150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22F008-BEC3-4FC4-1005-68F09536C2BF}"/>
              </a:ext>
            </a:extLst>
          </p:cNvPr>
          <p:cNvCxnSpPr>
            <a:cxnSpLocks/>
          </p:cNvCxnSpPr>
          <p:nvPr/>
        </p:nvCxnSpPr>
        <p:spPr>
          <a:xfrm>
            <a:off x="8364412" y="5069215"/>
            <a:ext cx="3235571" cy="0"/>
          </a:xfrm>
          <a:prstGeom prst="straightConnector1">
            <a:avLst/>
          </a:prstGeom>
          <a:ln w="57150" cap="rnd">
            <a:solidFill>
              <a:srgbClr val="162C2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892B3ED3-D3A2-692B-0487-7097D9EB00A7}"/>
              </a:ext>
            </a:extLst>
          </p:cNvPr>
          <p:cNvSpPr txBox="1">
            <a:spLocks/>
          </p:cNvSpPr>
          <p:nvPr/>
        </p:nvSpPr>
        <p:spPr>
          <a:xfrm>
            <a:off x="7280566" y="1984201"/>
            <a:ext cx="1009819" cy="624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  <a:endParaRPr lang="de-DE" baseline="-25000" dirty="0">
              <a:solidFill>
                <a:srgbClr val="6600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9FBA923-015F-3C78-E3D8-9376C3020B88}"/>
              </a:ext>
            </a:extLst>
          </p:cNvPr>
          <p:cNvSpPr txBox="1">
            <a:spLocks/>
          </p:cNvSpPr>
          <p:nvPr/>
        </p:nvSpPr>
        <p:spPr>
          <a:xfrm>
            <a:off x="8707312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02D93C3-BD9D-3DE4-D0BC-9558211A36FD}"/>
              </a:ext>
            </a:extLst>
          </p:cNvPr>
          <p:cNvSpPr txBox="1">
            <a:spLocks/>
          </p:cNvSpPr>
          <p:nvPr/>
        </p:nvSpPr>
        <p:spPr>
          <a:xfrm>
            <a:off x="10545951" y="5201101"/>
            <a:ext cx="705338" cy="408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9115C1F-A815-4CED-A998-13080D150CCD}"/>
              </a:ext>
            </a:extLst>
          </p:cNvPr>
          <p:cNvCxnSpPr>
            <a:cxnSpLocks/>
          </p:cNvCxnSpPr>
          <p:nvPr/>
        </p:nvCxnSpPr>
        <p:spPr>
          <a:xfrm>
            <a:off x="8218385" y="435356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74CED1E-F170-B806-8E1D-CD76E7BB87B2}"/>
              </a:ext>
            </a:extLst>
          </p:cNvPr>
          <p:cNvCxnSpPr>
            <a:cxnSpLocks/>
          </p:cNvCxnSpPr>
          <p:nvPr/>
        </p:nvCxnSpPr>
        <p:spPr>
          <a:xfrm>
            <a:off x="8218385" y="2995485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25D4F63-C214-A189-A689-1F1FDD92ACBD}"/>
              </a:ext>
            </a:extLst>
          </p:cNvPr>
          <p:cNvCxnSpPr>
            <a:cxnSpLocks/>
          </p:cNvCxnSpPr>
          <p:nvPr/>
        </p:nvCxnSpPr>
        <p:spPr>
          <a:xfrm>
            <a:off x="8218385" y="3697614"/>
            <a:ext cx="144000" cy="0"/>
          </a:xfrm>
          <a:prstGeom prst="straightConnector1">
            <a:avLst/>
          </a:prstGeom>
          <a:ln w="38100">
            <a:solidFill>
              <a:srgbClr val="162C2F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E5CAEC9-2958-0A6D-30E4-69F79072361D}"/>
              </a:ext>
            </a:extLst>
          </p:cNvPr>
          <p:cNvSpPr txBox="1">
            <a:spLocks/>
          </p:cNvSpPr>
          <p:nvPr/>
        </p:nvSpPr>
        <p:spPr>
          <a:xfrm>
            <a:off x="7047490" y="4110325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98AF7C3E-7F14-11A8-5ECC-07D0ABD95B68}"/>
              </a:ext>
            </a:extLst>
          </p:cNvPr>
          <p:cNvSpPr txBox="1">
            <a:spLocks/>
          </p:cNvSpPr>
          <p:nvPr/>
        </p:nvSpPr>
        <p:spPr>
          <a:xfrm>
            <a:off x="7055483" y="346596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8372DDC-8025-3686-8C3D-6DBB9542371E}"/>
              </a:ext>
            </a:extLst>
          </p:cNvPr>
          <p:cNvSpPr txBox="1">
            <a:spLocks/>
          </p:cNvSpPr>
          <p:nvPr/>
        </p:nvSpPr>
        <p:spPr>
          <a:xfrm>
            <a:off x="7055483" y="2750317"/>
            <a:ext cx="1293516" cy="468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30,000</a:t>
            </a:r>
            <a:endParaRPr lang="de-DE" baseline="-250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4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52849-45B1-4432-EBAF-B19F21E1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1F89997-4F3A-2E27-1C9B-606ACC86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A6116A7C-80C9-1C67-BFC6-C273E8A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1DFE12EA-75DC-8048-A5E7-69BBC842084A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62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E487F-03C6-5E79-CCF7-6824E823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F98F06D7-00D6-55A1-3B40-5B248D1D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FDB6ECF-BD57-2FAB-D799-F7E83DD1A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62D5823-4B4C-1BD4-AA68-69E43CBC1165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1937DA3-C2C5-F792-5F17-2D0B7CA01554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8F011F-FEC6-92DD-2550-9C49AA5B90FD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63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43F8C-6CA3-FA9D-87D1-5ACF82FB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67FB7E5-1709-DFEF-265C-6109EF90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9632A79-233D-E8A8-8BC3-32EEFC97B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2F23D88-CA4E-5FA8-41D9-E42DE1BC65F9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6EF0F6B-CD8E-2F59-E8B5-BFDA13E84CA1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207D58F4-5FB9-DE47-8983-71E64EE3867A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66A7F8E-005E-60FB-7DCF-D2B959C0AACD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4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7CD75-044B-3868-C86B-F788B968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4BDC978-F6A4-DFA3-DEAE-583AC9D0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15916B9-8AE4-7D82-70EC-A345F11C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C0617A52-DBE0-B8BF-A7F5-336BA3B050B6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D194592-F220-948D-9158-2827BDD0C5D2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426B81F6-D4C5-1FC8-930C-D7B01D0F547F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B558377-4E3E-5046-EE82-9E7F5A9A1527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B641FB1C-06B4-64DB-4D29-634DD595C542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1DEFE7A-16C1-68C9-43E3-9F759DBF7C85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02228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70594-1BAE-74E5-4AB0-A53D8F1D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D85E5BCD-0AB2-C9BD-57E6-5F661FBD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1C3991E2-BBEE-4D59-19F9-AE05EEEC2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F5B8B78D-87F9-5BB5-BF67-05374A492EB8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1342243-E225-4EFE-6B08-266AAE95F188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F4439407-5783-F357-852B-A99206394923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B8D545E-B923-26C2-597B-B29E01A1806B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10A8C377-9869-8131-5123-2CB2AA8AE603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5FED34E-0305-5F7F-B6C5-7F7DC935EDE9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9B1EF0BD-F7B9-AE62-7F2A-87599FE766A3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15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13C39-5ADC-794C-F5D8-C5361AE1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25C3566-E900-635C-7C97-2AA65316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4A262B15-ECEC-8CA8-8459-E0A1AAEA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F704F406-8141-8721-34A9-10DBFAC40EF2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4ABB95A-282E-1EE3-E857-92C7398BA96F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9C7FDC26-942A-8FDC-36E5-0C783BD8D3B9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C6570F0-FE23-D65D-AA71-2ABD21E5A103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37DAE7C7-83AA-2E04-F230-655E2D0E5A92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6565903-AF3A-DCE7-C18B-A1B8CAFBB97B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7164C36D-7E43-FD17-6791-8E9E4A01FFDF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FEEE4B2-C904-997E-FCAD-E2C476220742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4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6872A-04E8-7C32-68D4-390EB2BA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512D052-7E6E-BD86-CDBF-2AD00BF5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DD4AE5D3-76B2-8054-A5B8-A054AEDC6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A4F90D8-804C-EDE8-826A-DBAFB8B55950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7670A5E7-5548-2BD9-DC0F-BC17ED783874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DCD5C64B-ED8C-2BA8-D321-22E29978B834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4BF0F59-82FA-D631-DF87-F7AFF5C9697E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CE0550DA-6687-3E79-4769-23B2C4E90AAF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81509DE-E631-3FAE-4194-D7BBCF5A8494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E394368B-2384-1B03-2521-FF8CA13F2F94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BA9B1CD-A365-EF32-E9A8-FE704FA583C7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6DCE77A-9257-FE1D-9CB5-325EB191BA69}"/>
              </a:ext>
            </a:extLst>
          </p:cNvPr>
          <p:cNvSpPr/>
          <p:nvPr/>
        </p:nvSpPr>
        <p:spPr>
          <a:xfrm>
            <a:off x="155448" y="2117709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3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FA9C2-5D23-FE86-E880-FA09D7BB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545FF3AF-175F-48A1-1CE7-F3993BB70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6A922EA6-08A8-0187-D741-1BF2A978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E9F1A8F-1C08-0F40-4B88-540DDFD8A51D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7AD12FC-1005-5203-5ED8-7D1FDDE2336A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18DADB10-DEE5-3FE7-8F48-BD9752C1CB8F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913D70E-E700-CA04-D86D-1C12AD72090E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3AE08327-F7E3-37E0-8FE4-DAD25CCF1E41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1FFFB05-06B2-BE57-251A-1AA7F452FEB2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4CDB70DF-CE98-1613-E3EC-06DDCAC0A393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1A1C3E9-3809-6D5B-2FAE-FF152D86707A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AD58D25-BC1F-8A06-EAC6-4A3671F8DDF7}"/>
              </a:ext>
            </a:extLst>
          </p:cNvPr>
          <p:cNvSpPr/>
          <p:nvPr/>
        </p:nvSpPr>
        <p:spPr>
          <a:xfrm>
            <a:off x="155448" y="2117709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DA32D51-1D27-91A6-6926-FBD35B0A3E4A}"/>
              </a:ext>
            </a:extLst>
          </p:cNvPr>
          <p:cNvSpPr/>
          <p:nvPr/>
        </p:nvSpPr>
        <p:spPr>
          <a:xfrm>
            <a:off x="1064532" y="2117708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F2C9119-A406-B733-8596-444680545654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22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649C3-5A26-B3E2-FAD7-F0EAC92D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2DA8DDD-BF47-D4AB-53F6-3ED03CCA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8C78378F-A24D-D8AD-9AC8-B98E8B9E4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351B05C-826E-189B-6B2E-13B704203EBB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9C8CAE2-9569-7CCD-4477-C3ABF2B95B83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BE97C675-2C7D-A7FD-0C0D-AC0D5FECA945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130AB8A-A7A0-EA00-5DCD-E48028808DCC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75CCD6FE-A1E4-C488-5B44-734662C2AE46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3D8B405-CB77-F93F-B0E6-966CE133F60B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FFEF5009-B9DD-7349-8972-70157A3FE754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7EAF068-1BD7-B187-A387-93410C47AC0B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7F3F8D2-C569-DAD3-7E38-52250A9835A5}"/>
              </a:ext>
            </a:extLst>
          </p:cNvPr>
          <p:cNvSpPr/>
          <p:nvPr/>
        </p:nvSpPr>
        <p:spPr>
          <a:xfrm>
            <a:off x="155448" y="2117709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22172AF-7BE4-4C4C-0E46-53BB725EF1EF}"/>
              </a:ext>
            </a:extLst>
          </p:cNvPr>
          <p:cNvSpPr/>
          <p:nvPr/>
        </p:nvSpPr>
        <p:spPr>
          <a:xfrm>
            <a:off x="1064532" y="2117708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96112B-FA42-9638-5A53-986007D28696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C7E2CBC-1887-CC10-C83E-D3D8A2AE8224}"/>
              </a:ext>
            </a:extLst>
          </p:cNvPr>
          <p:cNvSpPr/>
          <p:nvPr/>
        </p:nvSpPr>
        <p:spPr>
          <a:xfrm>
            <a:off x="1967597" y="2117708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EB7607A-AE32-B282-DFB3-18B04933023F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23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9E6C4-95DC-AB5A-9446-95C14DAD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580088F8-F5D1-4FFA-D854-0618B994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32829D6-6680-86C3-0010-E96C409AB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D65874D-5B7E-0F26-943E-CD3CDFA1EBD1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91F6955-456C-4C02-7706-1439747F0614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9052F6A8-254C-081F-6DCE-9410FB18A6CC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CA1E25FC-CE56-995A-4ADC-33A3310B2490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D018054D-4AA0-563F-D6ED-8BB72A898D8C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0FD5461-B240-1047-87D8-1177EE217141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00D41294-F560-99CC-49FD-21CF91284648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C036E93-8C88-06B8-F583-F3F61BEF3C24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9E352F9-09A8-331F-4BDE-616075979456}"/>
              </a:ext>
            </a:extLst>
          </p:cNvPr>
          <p:cNvSpPr/>
          <p:nvPr/>
        </p:nvSpPr>
        <p:spPr>
          <a:xfrm>
            <a:off x="155448" y="2117709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E8A7399-5575-8D6E-8D23-EB8BC9191107}"/>
              </a:ext>
            </a:extLst>
          </p:cNvPr>
          <p:cNvSpPr/>
          <p:nvPr/>
        </p:nvSpPr>
        <p:spPr>
          <a:xfrm>
            <a:off x="1064532" y="2117708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E66CE4D-17A8-FE56-C3DE-481747CBF623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2A81E7F-E693-21F1-44D0-B86A0BEB6F19}"/>
              </a:ext>
            </a:extLst>
          </p:cNvPr>
          <p:cNvSpPr/>
          <p:nvPr/>
        </p:nvSpPr>
        <p:spPr>
          <a:xfrm>
            <a:off x="1967597" y="2117708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628F3D9-0BC5-2F02-DE84-838D625244F8}"/>
              </a:ext>
            </a:extLst>
          </p:cNvPr>
          <p:cNvSpPr/>
          <p:nvPr/>
        </p:nvSpPr>
        <p:spPr>
          <a:xfrm>
            <a:off x="3128577" y="2143831"/>
            <a:ext cx="612647" cy="54864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FAB1746-97FE-B94D-BC72-07C8FE666011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BEBF448-2AB5-133F-EAC0-E49C115ECFE4}"/>
              </a:ext>
            </a:extLst>
          </p:cNvPr>
          <p:cNvSpPr/>
          <p:nvPr/>
        </p:nvSpPr>
        <p:spPr>
          <a:xfrm>
            <a:off x="5988346" y="3636471"/>
            <a:ext cx="417066" cy="38174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03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4FE73-AB69-6F2D-86E0-AE8E3EE6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EC5C870-F056-D48B-6F33-BCDEFBB4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C00BD99B-EC3F-B0D4-0638-E70B2941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5BDC92D-4E7D-E366-248F-49024C2D1C07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7EE282A-2EDB-5E7D-9189-61083910FB4B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D0594A48-C163-E0D8-1276-2B8CBB57AC93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02496DF-F9CF-CF7D-CFFC-6D1C247449A6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62EC53AC-4840-9930-4F9C-2B86EFC42579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4D7606A-5DC6-A65A-0FC3-8ED58677CE0C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C45777DE-5BEE-8B7D-0536-82619E433081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16E7CEA-084B-9F77-FEF0-4CB2735C4107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2A0E5FD-2B30-8216-097A-A5362676A64A}"/>
              </a:ext>
            </a:extLst>
          </p:cNvPr>
          <p:cNvSpPr/>
          <p:nvPr/>
        </p:nvSpPr>
        <p:spPr>
          <a:xfrm>
            <a:off x="155448" y="2117709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0E6B4C3-2473-0E44-77A1-03F78F0472FA}"/>
              </a:ext>
            </a:extLst>
          </p:cNvPr>
          <p:cNvSpPr/>
          <p:nvPr/>
        </p:nvSpPr>
        <p:spPr>
          <a:xfrm>
            <a:off x="1064532" y="2117708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22ECFB8-F9E8-CC55-7012-C33FD4DB5035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A9471B0-709B-B507-8202-1411BD9DDBA1}"/>
              </a:ext>
            </a:extLst>
          </p:cNvPr>
          <p:cNvSpPr/>
          <p:nvPr/>
        </p:nvSpPr>
        <p:spPr>
          <a:xfrm>
            <a:off x="1967597" y="2117708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A872646-D9C7-0EA6-483F-1CB6B626F069}"/>
              </a:ext>
            </a:extLst>
          </p:cNvPr>
          <p:cNvSpPr/>
          <p:nvPr/>
        </p:nvSpPr>
        <p:spPr>
          <a:xfrm>
            <a:off x="3128577" y="2143831"/>
            <a:ext cx="612647" cy="54864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6A7E7F2-E6CA-A93C-2184-3F76D80F6565}"/>
              </a:ext>
            </a:extLst>
          </p:cNvPr>
          <p:cNvSpPr/>
          <p:nvPr/>
        </p:nvSpPr>
        <p:spPr>
          <a:xfrm>
            <a:off x="4346878" y="2136993"/>
            <a:ext cx="612647" cy="54864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30F355A-629C-33D7-0FAE-FA50E2E00E16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B58AD30-BF47-A912-4596-95FD58ED98A5}"/>
              </a:ext>
            </a:extLst>
          </p:cNvPr>
          <p:cNvSpPr/>
          <p:nvPr/>
        </p:nvSpPr>
        <p:spPr>
          <a:xfrm>
            <a:off x="5988346" y="3636471"/>
            <a:ext cx="417066" cy="38174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B535DFC-A49B-634B-BAE5-7D43651E65C0}"/>
              </a:ext>
            </a:extLst>
          </p:cNvPr>
          <p:cNvSpPr/>
          <p:nvPr/>
        </p:nvSpPr>
        <p:spPr>
          <a:xfrm>
            <a:off x="5988346" y="4140167"/>
            <a:ext cx="417066" cy="381742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49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A8B9E-EFB4-0DFA-D8D4-9C71B1E2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5173F5F-E94E-48CD-3FDE-E1EFE93F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E1EF4AF-24E4-A36B-264A-FA034ECBB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474C834-C3D4-BA91-3CAA-0690281857C3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BE8E3F2-2C35-87BD-563C-B9C6B58A2A55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D98F960F-0E6C-A423-000B-47FFFB1E5AFE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0BEEF79-38F2-1294-8060-5A97FCE20138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4C25FC8C-6305-2540-E091-EAF5DCD0262C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C70A4EF-903E-CA10-E040-FE306A639F41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A1FE5E75-AED0-39E6-788B-94029124B8CF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EF5605E-E2BD-3719-7CC8-7860AAF6C0C3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154A317-A4AE-1CBF-4829-AB10A3BCA183}"/>
              </a:ext>
            </a:extLst>
          </p:cNvPr>
          <p:cNvSpPr/>
          <p:nvPr/>
        </p:nvSpPr>
        <p:spPr>
          <a:xfrm>
            <a:off x="145659" y="2604411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955E1CE-D0AA-77A3-ACFE-0AC502D3C0E2}"/>
              </a:ext>
            </a:extLst>
          </p:cNvPr>
          <p:cNvSpPr/>
          <p:nvPr/>
        </p:nvSpPr>
        <p:spPr>
          <a:xfrm>
            <a:off x="1054743" y="2604410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EEA8967-33B2-6ECA-D6B1-362B9B9D036D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5E1054F-91D1-5CF0-BB21-6D10F6040ABB}"/>
              </a:ext>
            </a:extLst>
          </p:cNvPr>
          <p:cNvSpPr/>
          <p:nvPr/>
        </p:nvSpPr>
        <p:spPr>
          <a:xfrm>
            <a:off x="1957808" y="2604410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50ADBC2-364C-7689-244A-69AA11301994}"/>
              </a:ext>
            </a:extLst>
          </p:cNvPr>
          <p:cNvSpPr/>
          <p:nvPr/>
        </p:nvSpPr>
        <p:spPr>
          <a:xfrm>
            <a:off x="3118788" y="2630533"/>
            <a:ext cx="612647" cy="54864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3033563-2CD5-82AF-5891-A9093351636B}"/>
              </a:ext>
            </a:extLst>
          </p:cNvPr>
          <p:cNvSpPr/>
          <p:nvPr/>
        </p:nvSpPr>
        <p:spPr>
          <a:xfrm>
            <a:off x="4337089" y="2623695"/>
            <a:ext cx="612647" cy="54864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69D01B2-42E7-26E3-9667-49177B5B518A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568B377-CFB0-A235-17F1-2093177365F0}"/>
              </a:ext>
            </a:extLst>
          </p:cNvPr>
          <p:cNvSpPr/>
          <p:nvPr/>
        </p:nvSpPr>
        <p:spPr>
          <a:xfrm>
            <a:off x="5988346" y="3636471"/>
            <a:ext cx="417066" cy="38174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61CDB81-A98D-F403-20AB-0683E604FC3F}"/>
              </a:ext>
            </a:extLst>
          </p:cNvPr>
          <p:cNvSpPr/>
          <p:nvPr/>
        </p:nvSpPr>
        <p:spPr>
          <a:xfrm>
            <a:off x="5988346" y="4140167"/>
            <a:ext cx="417066" cy="381742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4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1A4D0-702C-803D-984F-4C42F8ED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86880EDC-0A93-EF26-30F2-AB2A3E42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FE56AA1B-5C4D-3CDA-7027-2D5CC62C8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A818565-B77A-209E-2E77-C2A7B1F49863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4D93A68-18CE-0A8C-EC7C-66C0634ADA2E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6D9370C5-97B1-68C2-3D98-5C0832F5C519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818AA20-F276-19DD-40E8-EBF95E2F9CF0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1CAF7C98-49EE-C06A-E677-A7D9F7966CF0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99773C5-CCCF-AC12-C2D0-722D86564837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54D9684C-5005-E42E-AEDD-A3371543C51B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AD2A619-85C0-F294-9D60-C70288D4650C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47C84C9-D96C-4C53-750D-88542CF8AF8D}"/>
              </a:ext>
            </a:extLst>
          </p:cNvPr>
          <p:cNvSpPr/>
          <p:nvPr/>
        </p:nvSpPr>
        <p:spPr>
          <a:xfrm>
            <a:off x="154314" y="3061708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84CC30E-E3D3-AAE4-E941-5EFE561AC237}"/>
              </a:ext>
            </a:extLst>
          </p:cNvPr>
          <p:cNvSpPr/>
          <p:nvPr/>
        </p:nvSpPr>
        <p:spPr>
          <a:xfrm>
            <a:off x="1063398" y="3061707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DE27FAF-80C8-329C-21DB-9AA94C656A96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C237677-1ED5-56AB-5C10-CA759D4B2F0C}"/>
              </a:ext>
            </a:extLst>
          </p:cNvPr>
          <p:cNvSpPr/>
          <p:nvPr/>
        </p:nvSpPr>
        <p:spPr>
          <a:xfrm>
            <a:off x="1966463" y="3061707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7CFFDBC-E426-397D-BA54-1829AC65F12A}"/>
              </a:ext>
            </a:extLst>
          </p:cNvPr>
          <p:cNvSpPr/>
          <p:nvPr/>
        </p:nvSpPr>
        <p:spPr>
          <a:xfrm>
            <a:off x="3127443" y="3087830"/>
            <a:ext cx="612647" cy="54864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2E6D311-D87E-0C85-32C4-C000841F7F17}"/>
              </a:ext>
            </a:extLst>
          </p:cNvPr>
          <p:cNvSpPr/>
          <p:nvPr/>
        </p:nvSpPr>
        <p:spPr>
          <a:xfrm>
            <a:off x="4345744" y="3080992"/>
            <a:ext cx="612647" cy="54864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2809BDF-08EB-155A-CE31-FDF582D2ED9E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1BFB151-F84F-DC14-A1B6-2912BBA3681D}"/>
              </a:ext>
            </a:extLst>
          </p:cNvPr>
          <p:cNvSpPr/>
          <p:nvPr/>
        </p:nvSpPr>
        <p:spPr>
          <a:xfrm>
            <a:off x="5988346" y="3636471"/>
            <a:ext cx="417066" cy="38174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4333B46-CCD2-2A75-1DBF-CB254AD7F652}"/>
              </a:ext>
            </a:extLst>
          </p:cNvPr>
          <p:cNvSpPr/>
          <p:nvPr/>
        </p:nvSpPr>
        <p:spPr>
          <a:xfrm>
            <a:off x="5988346" y="4140167"/>
            <a:ext cx="417066" cy="381742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27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8608D-D75B-36A2-3592-3D47C599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1754BDB-A11C-56B6-A05F-2A552282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A5E3BC17-4451-A545-D46B-EAE580B63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70A45F8-C43D-86C7-5FA6-5DA4E282D9C3}"/>
              </a:ext>
            </a:extLst>
          </p:cNvPr>
          <p:cNvSpPr txBox="1">
            <a:spLocks/>
          </p:cNvSpPr>
          <p:nvPr/>
        </p:nvSpPr>
        <p:spPr>
          <a:xfrm>
            <a:off x="7044318" y="1402344"/>
            <a:ext cx="5607930" cy="5552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37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5692A55-C676-0554-90FC-B76F5121B872}"/>
              </a:ext>
            </a:extLst>
          </p:cNvPr>
          <p:cNvCxnSpPr/>
          <p:nvPr/>
        </p:nvCxnSpPr>
        <p:spPr>
          <a:xfrm>
            <a:off x="7044318" y="853704"/>
            <a:ext cx="0" cy="5821416"/>
          </a:xfrm>
          <a:prstGeom prst="line">
            <a:avLst/>
          </a:prstGeom>
          <a:ln w="38100">
            <a:solidFill>
              <a:srgbClr val="223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52D83151-5E23-9589-7C03-DA24D25752B8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11CD3BD-F6EF-F74C-4EC7-B517EAAA3440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F7CF1AC3-0AEB-3F9C-A88B-4237B0CAB414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799FA66-AC04-F651-30EE-A81E8879162D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74A57BAB-0E63-33C2-E50E-5A33BE6F8FF3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37654C1-12B9-86B6-1E8F-1412B81638C6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FB482E-C522-CEF5-1CF8-FBCAA230206D}"/>
              </a:ext>
            </a:extLst>
          </p:cNvPr>
          <p:cNvSpPr/>
          <p:nvPr/>
        </p:nvSpPr>
        <p:spPr>
          <a:xfrm>
            <a:off x="172290" y="4666605"/>
            <a:ext cx="448056" cy="499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169D3C7-1CEA-B531-69C9-D78BCEE3D9D4}"/>
              </a:ext>
            </a:extLst>
          </p:cNvPr>
          <p:cNvSpPr/>
          <p:nvPr/>
        </p:nvSpPr>
        <p:spPr>
          <a:xfrm>
            <a:off x="1117950" y="4620884"/>
            <a:ext cx="612647" cy="548641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D80E6B8-E7F0-8BDE-DDB4-B20E99A71F71}"/>
              </a:ext>
            </a:extLst>
          </p:cNvPr>
          <p:cNvSpPr/>
          <p:nvPr/>
        </p:nvSpPr>
        <p:spPr>
          <a:xfrm>
            <a:off x="6008293" y="2708692"/>
            <a:ext cx="417066" cy="381742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23BC0E1-8A61-8CAA-8FEA-B7C4E917D1B7}"/>
              </a:ext>
            </a:extLst>
          </p:cNvPr>
          <p:cNvSpPr/>
          <p:nvPr/>
        </p:nvSpPr>
        <p:spPr>
          <a:xfrm>
            <a:off x="2021015" y="4620884"/>
            <a:ext cx="612647" cy="548641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02068E7-E969-8D89-FD2F-D82BCF6A3C77}"/>
              </a:ext>
            </a:extLst>
          </p:cNvPr>
          <p:cNvSpPr/>
          <p:nvPr/>
        </p:nvSpPr>
        <p:spPr>
          <a:xfrm>
            <a:off x="3181995" y="4647007"/>
            <a:ext cx="612647" cy="548641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AC6B1B7-F560-FA49-A0F3-E1B3CE4E4A9A}"/>
              </a:ext>
            </a:extLst>
          </p:cNvPr>
          <p:cNvSpPr/>
          <p:nvPr/>
        </p:nvSpPr>
        <p:spPr>
          <a:xfrm>
            <a:off x="4400296" y="4640169"/>
            <a:ext cx="612647" cy="54864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3957C41-8AA2-3D75-9DB7-DEEDFEAA63B3}"/>
              </a:ext>
            </a:extLst>
          </p:cNvPr>
          <p:cNvSpPr/>
          <p:nvPr/>
        </p:nvSpPr>
        <p:spPr>
          <a:xfrm>
            <a:off x="6028612" y="3182112"/>
            <a:ext cx="417066" cy="38174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E7F6990-57E8-62DD-A1D8-B18ADC40DB1A}"/>
              </a:ext>
            </a:extLst>
          </p:cNvPr>
          <p:cNvSpPr/>
          <p:nvPr/>
        </p:nvSpPr>
        <p:spPr>
          <a:xfrm>
            <a:off x="5988346" y="3636471"/>
            <a:ext cx="417066" cy="381742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A59A7B0-243D-B608-535F-CCFC7B5956A8}"/>
              </a:ext>
            </a:extLst>
          </p:cNvPr>
          <p:cNvSpPr/>
          <p:nvPr/>
        </p:nvSpPr>
        <p:spPr>
          <a:xfrm>
            <a:off x="5988346" y="4140167"/>
            <a:ext cx="417066" cy="381742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64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A90D2-45A7-972C-ED36-09B7258A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6A11E9A-CA6B-D517-69B4-8D6345AA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Investigating the Gender Wage Gap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754C18B7-D771-4A71-812A-A57B4B8A1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54" y="926856"/>
            <a:ext cx="5607930" cy="5552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 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+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X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 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4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  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sz="2600" baseline="-25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US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n,0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n,2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37 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B</a:t>
            </a:r>
            <a:r>
              <a:rPr lang="de-DE" sz="2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n,3</a:t>
            </a: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6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endParaRPr lang="de-DE" sz="2600" baseline="-25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unde Klammer links/rechts 1">
            <a:extLst>
              <a:ext uri="{FF2B5EF4-FFF2-40B4-BE49-F238E27FC236}">
                <a16:creationId xmlns:a16="http://schemas.microsoft.com/office/drawing/2014/main" id="{BE217E96-437B-E91F-BE19-9F36DE697359}"/>
              </a:ext>
            </a:extLst>
          </p:cNvPr>
          <p:cNvSpPr/>
          <p:nvPr/>
        </p:nvSpPr>
        <p:spPr>
          <a:xfrm>
            <a:off x="103553" y="2090277"/>
            <a:ext cx="527383" cy="318867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B4CCC9C1-3AE6-4AF1-E01B-E27647B964B2}"/>
              </a:ext>
            </a:extLst>
          </p:cNvPr>
          <p:cNvSpPr txBox="1">
            <a:spLocks/>
          </p:cNvSpPr>
          <p:nvPr/>
        </p:nvSpPr>
        <p:spPr>
          <a:xfrm>
            <a:off x="502920" y="3514517"/>
            <a:ext cx="612648" cy="49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endParaRPr lang="de-DE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unde Klammer links/rechts 4">
            <a:extLst>
              <a:ext uri="{FF2B5EF4-FFF2-40B4-BE49-F238E27FC236}">
                <a16:creationId xmlns:a16="http://schemas.microsoft.com/office/drawing/2014/main" id="{BEFF3494-77F6-0B02-968C-ED1B18E6073C}"/>
              </a:ext>
            </a:extLst>
          </p:cNvPr>
          <p:cNvSpPr/>
          <p:nvPr/>
        </p:nvSpPr>
        <p:spPr>
          <a:xfrm>
            <a:off x="5953135" y="2800370"/>
            <a:ext cx="527383" cy="1805067"/>
          </a:xfrm>
          <a:prstGeom prst="bracketPair">
            <a:avLst/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60DB783-1715-5E52-55C4-0B6A1A099B0F}"/>
              </a:ext>
            </a:extLst>
          </p:cNvPr>
          <p:cNvSpPr txBox="1">
            <a:spLocks/>
          </p:cNvSpPr>
          <p:nvPr/>
        </p:nvSpPr>
        <p:spPr>
          <a:xfrm>
            <a:off x="5853411" y="2666350"/>
            <a:ext cx="726830" cy="219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37</a:t>
            </a:r>
            <a:endParaRPr lang="de-DE" sz="2600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de-DE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</a:p>
        </p:txBody>
      </p:sp>
      <p:sp>
        <p:nvSpPr>
          <p:cNvPr id="7" name="Runde Klammer links/rechts 6">
            <a:extLst>
              <a:ext uri="{FF2B5EF4-FFF2-40B4-BE49-F238E27FC236}">
                <a16:creationId xmlns:a16="http://schemas.microsoft.com/office/drawing/2014/main" id="{41D7C778-022C-6A5C-F370-AD6412B62904}"/>
              </a:ext>
            </a:extLst>
          </p:cNvPr>
          <p:cNvSpPr/>
          <p:nvPr/>
        </p:nvSpPr>
        <p:spPr>
          <a:xfrm>
            <a:off x="1019322" y="2007482"/>
            <a:ext cx="4101317" cy="3271472"/>
          </a:xfrm>
          <a:prstGeom prst="bracketPair">
            <a:avLst>
              <a:gd name="adj" fmla="val 9671"/>
            </a:avLst>
          </a:prstGeom>
          <a:ln w="28575">
            <a:solidFill>
              <a:srgbClr val="162C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02CD635-A8A6-79DF-EF8A-C658AF493263}"/>
              </a:ext>
            </a:extLst>
          </p:cNvPr>
          <p:cNvSpPr txBox="1">
            <a:spLocks/>
          </p:cNvSpPr>
          <p:nvPr/>
        </p:nvSpPr>
        <p:spPr>
          <a:xfrm>
            <a:off x="5012943" y="3514517"/>
            <a:ext cx="992164" cy="499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de-DE" sz="3200" b="1" baseline="-1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de-DE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endParaRPr lang="de-DE" sz="2400" b="1" baseline="-25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126D9639-5074-37CF-CCD6-6B840AEC1B3A}"/>
              </a:ext>
            </a:extLst>
          </p:cNvPr>
          <p:cNvSpPr txBox="1">
            <a:spLocks/>
          </p:cNvSpPr>
          <p:nvPr/>
        </p:nvSpPr>
        <p:spPr>
          <a:xfrm>
            <a:off x="7028115" y="2671043"/>
            <a:ext cx="4483185" cy="1944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We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transformed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simulation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into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matrix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form</a:t>
            </a:r>
            <a:b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are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ready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implementation</a:t>
            </a:r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 R</a:t>
            </a:r>
          </a:p>
        </p:txBody>
      </p:sp>
    </p:spTree>
    <p:extLst>
      <p:ext uri="{BB962C8B-B14F-4D97-AF65-F5344CB8AC3E}">
        <p14:creationId xmlns:p14="http://schemas.microsoft.com/office/powerpoint/2010/main" val="3587454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2878</Words>
  <Application>Microsoft Office PowerPoint</Application>
  <PresentationFormat>Breitbild</PresentationFormat>
  <Paragraphs>587</Paragraphs>
  <Slides>27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Source Sans Pro</vt:lpstr>
      <vt:lpstr>Office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  <vt:lpstr>Investigating the Gender Wage Gap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Muhamamd</dc:creator>
  <cp:lastModifiedBy>Muhammad Muhamamd</cp:lastModifiedBy>
  <cp:revision>16</cp:revision>
  <dcterms:created xsi:type="dcterms:W3CDTF">2025-04-01T13:53:29Z</dcterms:created>
  <dcterms:modified xsi:type="dcterms:W3CDTF">2025-10-16T22:00:16Z</dcterms:modified>
</cp:coreProperties>
</file>